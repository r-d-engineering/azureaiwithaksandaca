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8FEA3-1A10-4AC6-880A-049E5838EF55}" v="74" dt="2025-08-13T16:57:37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6058FEA3-1A10-4AC6-880A-049E5838EF55}"/>
    <pc:docChg chg="undo custSel addSld delSld modSld">
      <pc:chgData name="kuljot bakshi" userId="e18f591f5991c12c" providerId="LiveId" clId="{6058FEA3-1A10-4AC6-880A-049E5838EF55}" dt="2025-08-13T16:57:40.101" v="364" actId="47"/>
      <pc:docMkLst>
        <pc:docMk/>
      </pc:docMkLst>
      <pc:sldChg chg="addSp delSp modSp mod">
        <pc:chgData name="kuljot bakshi" userId="e18f591f5991c12c" providerId="LiveId" clId="{6058FEA3-1A10-4AC6-880A-049E5838EF55}" dt="2025-08-13T16:47:54.434" v="139" actId="20577"/>
        <pc:sldMkLst>
          <pc:docMk/>
          <pc:sldMk cId="1425860483" sldId="260"/>
        </pc:sldMkLst>
        <pc:spChg chg="mod">
          <ac:chgData name="kuljot bakshi" userId="e18f591f5991c12c" providerId="LiveId" clId="{6058FEA3-1A10-4AC6-880A-049E5838EF55}" dt="2025-08-13T16:44:05.431" v="73" actId="1076"/>
          <ac:spMkLst>
            <pc:docMk/>
            <pc:sldMk cId="1425860483" sldId="260"/>
            <ac:spMk id="2" creationId="{CC53E3A9-DC1D-760A-B473-F9F72604BE4A}"/>
          </ac:spMkLst>
        </pc:spChg>
        <pc:spChg chg="del">
          <ac:chgData name="kuljot bakshi" userId="e18f591f5991c12c" providerId="LiveId" clId="{6058FEA3-1A10-4AC6-880A-049E5838EF55}" dt="2025-08-13T16:43:27.776" v="0"/>
          <ac:spMkLst>
            <pc:docMk/>
            <pc:sldMk cId="1425860483" sldId="260"/>
            <ac:spMk id="3" creationId="{D31CA143-4E57-4668-BD34-C7AECF6EAC2D}"/>
          </ac:spMkLst>
        </pc:spChg>
        <pc:spChg chg="add del mod">
          <ac:chgData name="kuljot bakshi" userId="e18f591f5991c12c" providerId="LiveId" clId="{6058FEA3-1A10-4AC6-880A-049E5838EF55}" dt="2025-08-13T16:44:29.338" v="78"/>
          <ac:spMkLst>
            <pc:docMk/>
            <pc:sldMk cId="1425860483" sldId="260"/>
            <ac:spMk id="4" creationId="{B7464C22-56B1-A843-5B52-5BA12BEE220D}"/>
          </ac:spMkLst>
        </pc:spChg>
        <pc:spChg chg="add mod">
          <ac:chgData name="kuljot bakshi" userId="e18f591f5991c12c" providerId="LiveId" clId="{6058FEA3-1A10-4AC6-880A-049E5838EF55}" dt="2025-08-13T16:47:54.434" v="139" actId="20577"/>
          <ac:spMkLst>
            <pc:docMk/>
            <pc:sldMk cId="1425860483" sldId="260"/>
            <ac:spMk id="6" creationId="{8EDCBD84-06BD-3DD0-EBFF-B33CCE41F5CA}"/>
          </ac:spMkLst>
        </pc:spChg>
        <pc:spChg chg="add mod">
          <ac:chgData name="kuljot bakshi" userId="e18f591f5991c12c" providerId="LiveId" clId="{6058FEA3-1A10-4AC6-880A-049E5838EF55}" dt="2025-08-13T16:46:58.207" v="112" actId="14100"/>
          <ac:spMkLst>
            <pc:docMk/>
            <pc:sldMk cId="1425860483" sldId="260"/>
            <ac:spMk id="7" creationId="{E8D1A39A-BFA8-34A6-90A6-B74CBEB98C54}"/>
          </ac:spMkLst>
        </pc:spChg>
        <pc:picChg chg="add del mod">
          <ac:chgData name="kuljot bakshi" userId="e18f591f5991c12c" providerId="LiveId" clId="{6058FEA3-1A10-4AC6-880A-049E5838EF55}" dt="2025-08-13T16:44:26.043" v="77" actId="478"/>
          <ac:picMkLst>
            <pc:docMk/>
            <pc:sldMk cId="1425860483" sldId="260"/>
            <ac:picMk id="5122" creationId="{082BEF7C-3EA6-1D07-E61D-16D34D4541E5}"/>
          </ac:picMkLst>
        </pc:picChg>
        <pc:picChg chg="add mod">
          <ac:chgData name="kuljot bakshi" userId="e18f591f5991c12c" providerId="LiveId" clId="{6058FEA3-1A10-4AC6-880A-049E5838EF55}" dt="2025-08-13T16:46:53.211" v="110" actId="1076"/>
          <ac:picMkLst>
            <pc:docMk/>
            <pc:sldMk cId="1425860483" sldId="260"/>
            <ac:picMk id="5124" creationId="{BE9B74B8-7198-AFE3-3BA6-446CFEC5A544}"/>
          </ac:picMkLst>
        </pc:picChg>
        <pc:cxnChg chg="add mod">
          <ac:chgData name="kuljot bakshi" userId="e18f591f5991c12c" providerId="LiveId" clId="{6058FEA3-1A10-4AC6-880A-049E5838EF55}" dt="2025-08-13T16:47:54.434" v="139" actId="20577"/>
          <ac:cxnSpMkLst>
            <pc:docMk/>
            <pc:sldMk cId="1425860483" sldId="260"/>
            <ac:cxnSpMk id="9" creationId="{0AD9F494-A69D-4F90-A259-CECE325BAC81}"/>
          </ac:cxnSpMkLst>
        </pc:cxnChg>
      </pc:sldChg>
      <pc:sldChg chg="addSp delSp modSp add mod">
        <pc:chgData name="kuljot bakshi" userId="e18f591f5991c12c" providerId="LiveId" clId="{6058FEA3-1A10-4AC6-880A-049E5838EF55}" dt="2025-08-13T16:47:58.902" v="141" actId="22"/>
        <pc:sldMkLst>
          <pc:docMk/>
          <pc:sldMk cId="3615817222" sldId="261"/>
        </pc:sldMkLst>
        <pc:spChg chg="add del">
          <ac:chgData name="kuljot bakshi" userId="e18f591f5991c12c" providerId="LiveId" clId="{6058FEA3-1A10-4AC6-880A-049E5838EF55}" dt="2025-08-13T16:47:58.902" v="141" actId="22"/>
          <ac:spMkLst>
            <pc:docMk/>
            <pc:sldMk cId="3615817222" sldId="261"/>
            <ac:spMk id="5" creationId="{5A9A2510-2685-8540-FB67-990090AC0BF9}"/>
          </ac:spMkLst>
        </pc:spChg>
        <pc:spChg chg="mod">
          <ac:chgData name="kuljot bakshi" userId="e18f591f5991c12c" providerId="LiveId" clId="{6058FEA3-1A10-4AC6-880A-049E5838EF55}" dt="2025-08-13T16:47:48.896" v="136" actId="20577"/>
          <ac:spMkLst>
            <pc:docMk/>
            <pc:sldMk cId="3615817222" sldId="261"/>
            <ac:spMk id="6" creationId="{BA634084-5423-47F4-DEBB-9C087D250D2E}"/>
          </ac:spMkLst>
        </pc:spChg>
        <pc:spChg chg="mod">
          <ac:chgData name="kuljot bakshi" userId="e18f591f5991c12c" providerId="LiveId" clId="{6058FEA3-1A10-4AC6-880A-049E5838EF55}" dt="2025-08-13T16:47:16.689" v="115" actId="1076"/>
          <ac:spMkLst>
            <pc:docMk/>
            <pc:sldMk cId="3615817222" sldId="261"/>
            <ac:spMk id="7" creationId="{AA95519F-2F6B-98E9-F93D-3D114A924D54}"/>
          </ac:spMkLst>
        </pc:spChg>
        <pc:cxnChg chg="mod">
          <ac:chgData name="kuljot bakshi" userId="e18f591f5991c12c" providerId="LiveId" clId="{6058FEA3-1A10-4AC6-880A-049E5838EF55}" dt="2025-08-13T16:47:48.896" v="136" actId="20577"/>
          <ac:cxnSpMkLst>
            <pc:docMk/>
            <pc:sldMk cId="3615817222" sldId="261"/>
            <ac:cxnSpMk id="9" creationId="{F98B5872-0671-4491-D5C7-D4356DCB077F}"/>
          </ac:cxnSpMkLst>
        </pc:cxnChg>
      </pc:sldChg>
      <pc:sldChg chg="modSp add mod">
        <pc:chgData name="kuljot bakshi" userId="e18f591f5991c12c" providerId="LiveId" clId="{6058FEA3-1A10-4AC6-880A-049E5838EF55}" dt="2025-08-13T16:48:31.860" v="160" actId="20577"/>
        <pc:sldMkLst>
          <pc:docMk/>
          <pc:sldMk cId="3948497272" sldId="262"/>
        </pc:sldMkLst>
        <pc:spChg chg="mod">
          <ac:chgData name="kuljot bakshi" userId="e18f591f5991c12c" providerId="LiveId" clId="{6058FEA3-1A10-4AC6-880A-049E5838EF55}" dt="2025-08-13T16:48:31.860" v="160" actId="20577"/>
          <ac:spMkLst>
            <pc:docMk/>
            <pc:sldMk cId="3948497272" sldId="262"/>
            <ac:spMk id="6" creationId="{32D28277-2BA9-3BA6-A3EF-24F2FABBF62D}"/>
          </ac:spMkLst>
        </pc:spChg>
        <pc:spChg chg="mod">
          <ac:chgData name="kuljot bakshi" userId="e18f591f5991c12c" providerId="LiveId" clId="{6058FEA3-1A10-4AC6-880A-049E5838EF55}" dt="2025-08-13T16:48:07.706" v="143" actId="1076"/>
          <ac:spMkLst>
            <pc:docMk/>
            <pc:sldMk cId="3948497272" sldId="262"/>
            <ac:spMk id="7" creationId="{0E491F38-E365-243C-C5B0-2937EA45AE07}"/>
          </ac:spMkLst>
        </pc:spChg>
        <pc:cxnChg chg="mod">
          <ac:chgData name="kuljot bakshi" userId="e18f591f5991c12c" providerId="LiveId" clId="{6058FEA3-1A10-4AC6-880A-049E5838EF55}" dt="2025-08-13T16:48:24.741" v="153" actId="20577"/>
          <ac:cxnSpMkLst>
            <pc:docMk/>
            <pc:sldMk cId="3948497272" sldId="262"/>
            <ac:cxnSpMk id="9" creationId="{6217A387-3FCA-A34A-A00F-C8FF0C169AB0}"/>
          </ac:cxnSpMkLst>
        </pc:cxnChg>
      </pc:sldChg>
      <pc:sldChg chg="modSp add mod">
        <pc:chgData name="kuljot bakshi" userId="e18f591f5991c12c" providerId="LiveId" clId="{6058FEA3-1A10-4AC6-880A-049E5838EF55}" dt="2025-08-13T16:49:11.014" v="179" actId="20577"/>
        <pc:sldMkLst>
          <pc:docMk/>
          <pc:sldMk cId="2748508899" sldId="263"/>
        </pc:sldMkLst>
        <pc:spChg chg="mod">
          <ac:chgData name="kuljot bakshi" userId="e18f591f5991c12c" providerId="LiveId" clId="{6058FEA3-1A10-4AC6-880A-049E5838EF55}" dt="2025-08-13T16:49:11.014" v="179" actId="20577"/>
          <ac:spMkLst>
            <pc:docMk/>
            <pc:sldMk cId="2748508899" sldId="263"/>
            <ac:spMk id="6" creationId="{67B6E3AE-9AA1-D205-C3E5-ECB73CD11C72}"/>
          </ac:spMkLst>
        </pc:spChg>
        <pc:spChg chg="mod">
          <ac:chgData name="kuljot bakshi" userId="e18f591f5991c12c" providerId="LiveId" clId="{6058FEA3-1A10-4AC6-880A-049E5838EF55}" dt="2025-08-13T16:48:44.224" v="162" actId="1076"/>
          <ac:spMkLst>
            <pc:docMk/>
            <pc:sldMk cId="2748508899" sldId="263"/>
            <ac:spMk id="7" creationId="{58B1EAD3-0F03-E2B4-1C56-9350B5B74599}"/>
          </ac:spMkLst>
        </pc:spChg>
        <pc:cxnChg chg="mod">
          <ac:chgData name="kuljot bakshi" userId="e18f591f5991c12c" providerId="LiveId" clId="{6058FEA3-1A10-4AC6-880A-049E5838EF55}" dt="2025-08-13T16:49:04.126" v="172" actId="20577"/>
          <ac:cxnSpMkLst>
            <pc:docMk/>
            <pc:sldMk cId="2748508899" sldId="263"/>
            <ac:cxnSpMk id="9" creationId="{775731D9-FA23-C8F9-FCD3-D0DE91AB91C6}"/>
          </ac:cxnSpMkLst>
        </pc:cxnChg>
      </pc:sldChg>
      <pc:sldChg chg="modSp add mod">
        <pc:chgData name="kuljot bakshi" userId="e18f591f5991c12c" providerId="LiveId" clId="{6058FEA3-1A10-4AC6-880A-049E5838EF55}" dt="2025-08-13T16:49:42.568" v="187" actId="14100"/>
        <pc:sldMkLst>
          <pc:docMk/>
          <pc:sldMk cId="630146415" sldId="264"/>
        </pc:sldMkLst>
        <pc:spChg chg="mod">
          <ac:chgData name="kuljot bakshi" userId="e18f591f5991c12c" providerId="LiveId" clId="{6058FEA3-1A10-4AC6-880A-049E5838EF55}" dt="2025-08-13T16:49:33.234" v="184" actId="1076"/>
          <ac:spMkLst>
            <pc:docMk/>
            <pc:sldMk cId="630146415" sldId="264"/>
            <ac:spMk id="6" creationId="{7CAF4DB9-247A-EBDF-D68F-1396040D7723}"/>
          </ac:spMkLst>
        </pc:spChg>
        <pc:spChg chg="mod">
          <ac:chgData name="kuljot bakshi" userId="e18f591f5991c12c" providerId="LiveId" clId="{6058FEA3-1A10-4AC6-880A-049E5838EF55}" dt="2025-08-13T16:49:40.176" v="186" actId="1076"/>
          <ac:spMkLst>
            <pc:docMk/>
            <pc:sldMk cId="630146415" sldId="264"/>
            <ac:spMk id="7" creationId="{29348FE6-89CE-FD16-C54D-17A818A93132}"/>
          </ac:spMkLst>
        </pc:spChg>
        <pc:picChg chg="mod">
          <ac:chgData name="kuljot bakshi" userId="e18f591f5991c12c" providerId="LiveId" clId="{6058FEA3-1A10-4AC6-880A-049E5838EF55}" dt="2025-08-13T16:49:37.423" v="185" actId="1076"/>
          <ac:picMkLst>
            <pc:docMk/>
            <pc:sldMk cId="630146415" sldId="264"/>
            <ac:picMk id="5124" creationId="{F4835FC3-6BC2-5082-9889-E90AFE1DDB0F}"/>
          </ac:picMkLst>
        </pc:picChg>
        <pc:cxnChg chg="mod">
          <ac:chgData name="kuljot bakshi" userId="e18f591f5991c12c" providerId="LiveId" clId="{6058FEA3-1A10-4AC6-880A-049E5838EF55}" dt="2025-08-13T16:49:42.568" v="187" actId="14100"/>
          <ac:cxnSpMkLst>
            <pc:docMk/>
            <pc:sldMk cId="630146415" sldId="264"/>
            <ac:cxnSpMk id="9" creationId="{FE2FB7B3-0DF3-D795-6D86-18F26D810D28}"/>
          </ac:cxnSpMkLst>
        </pc:cxnChg>
      </pc:sldChg>
      <pc:sldChg chg="modSp add mod">
        <pc:chgData name="kuljot bakshi" userId="e18f591f5991c12c" providerId="LiveId" clId="{6058FEA3-1A10-4AC6-880A-049E5838EF55}" dt="2025-08-13T16:50:26.472" v="198" actId="1076"/>
        <pc:sldMkLst>
          <pc:docMk/>
          <pc:sldMk cId="4082387174" sldId="265"/>
        </pc:sldMkLst>
        <pc:spChg chg="mod">
          <ac:chgData name="kuljot bakshi" userId="e18f591f5991c12c" providerId="LiveId" clId="{6058FEA3-1A10-4AC6-880A-049E5838EF55}" dt="2025-08-13T16:50:26.472" v="198" actId="1076"/>
          <ac:spMkLst>
            <pc:docMk/>
            <pc:sldMk cId="4082387174" sldId="265"/>
            <ac:spMk id="6" creationId="{7250067E-74F7-6F0D-3A2B-9ADD8AADCD01}"/>
          </ac:spMkLst>
        </pc:spChg>
        <pc:spChg chg="mod">
          <ac:chgData name="kuljot bakshi" userId="e18f591f5991c12c" providerId="LiveId" clId="{6058FEA3-1A10-4AC6-880A-049E5838EF55}" dt="2025-08-13T16:50:24.648" v="197" actId="1076"/>
          <ac:spMkLst>
            <pc:docMk/>
            <pc:sldMk cId="4082387174" sldId="265"/>
            <ac:spMk id="7" creationId="{44DF27D4-BB21-4134-0256-3533070B9C4D}"/>
          </ac:spMkLst>
        </pc:spChg>
        <pc:picChg chg="mod">
          <ac:chgData name="kuljot bakshi" userId="e18f591f5991c12c" providerId="LiveId" clId="{6058FEA3-1A10-4AC6-880A-049E5838EF55}" dt="2025-08-13T16:50:21.575" v="196" actId="1076"/>
          <ac:picMkLst>
            <pc:docMk/>
            <pc:sldMk cId="4082387174" sldId="265"/>
            <ac:picMk id="5124" creationId="{7689864A-F21E-9712-E888-5A83365322F4}"/>
          </ac:picMkLst>
        </pc:picChg>
        <pc:cxnChg chg="mod">
          <ac:chgData name="kuljot bakshi" userId="e18f591f5991c12c" providerId="LiveId" clId="{6058FEA3-1A10-4AC6-880A-049E5838EF55}" dt="2025-08-13T16:50:26.472" v="198" actId="1076"/>
          <ac:cxnSpMkLst>
            <pc:docMk/>
            <pc:sldMk cId="4082387174" sldId="265"/>
            <ac:cxnSpMk id="9" creationId="{5BBFA58A-9088-E0AD-E524-FA63C14C5361}"/>
          </ac:cxnSpMkLst>
        </pc:cxnChg>
      </pc:sldChg>
      <pc:sldChg chg="modSp add mod">
        <pc:chgData name="kuljot bakshi" userId="e18f591f5991c12c" providerId="LiveId" clId="{6058FEA3-1A10-4AC6-880A-049E5838EF55}" dt="2025-08-13T16:51:40.432" v="223" actId="14100"/>
        <pc:sldMkLst>
          <pc:docMk/>
          <pc:sldMk cId="1681896844" sldId="266"/>
        </pc:sldMkLst>
        <pc:spChg chg="mod">
          <ac:chgData name="kuljot bakshi" userId="e18f591f5991c12c" providerId="LiveId" clId="{6058FEA3-1A10-4AC6-880A-049E5838EF55}" dt="2025-08-13T16:51:33.818" v="221" actId="14100"/>
          <ac:spMkLst>
            <pc:docMk/>
            <pc:sldMk cId="1681896844" sldId="266"/>
            <ac:spMk id="6" creationId="{62EBD267-C238-E99A-5F59-0563C3E119C3}"/>
          </ac:spMkLst>
        </pc:spChg>
        <pc:spChg chg="mod">
          <ac:chgData name="kuljot bakshi" userId="e18f591f5991c12c" providerId="LiveId" clId="{6058FEA3-1A10-4AC6-880A-049E5838EF55}" dt="2025-08-13T16:50:57.952" v="205" actId="1076"/>
          <ac:spMkLst>
            <pc:docMk/>
            <pc:sldMk cId="1681896844" sldId="266"/>
            <ac:spMk id="7" creationId="{03956B2E-8B71-7C35-D348-185AFB351BE6}"/>
          </ac:spMkLst>
        </pc:spChg>
        <pc:picChg chg="mod">
          <ac:chgData name="kuljot bakshi" userId="e18f591f5991c12c" providerId="LiveId" clId="{6058FEA3-1A10-4AC6-880A-049E5838EF55}" dt="2025-08-13T16:50:53.758" v="204" actId="1076"/>
          <ac:picMkLst>
            <pc:docMk/>
            <pc:sldMk cId="1681896844" sldId="266"/>
            <ac:picMk id="5124" creationId="{E2A385BE-0916-D0D3-6936-EB4C28D58074}"/>
          </ac:picMkLst>
        </pc:picChg>
        <pc:cxnChg chg="mod">
          <ac:chgData name="kuljot bakshi" userId="e18f591f5991c12c" providerId="LiveId" clId="{6058FEA3-1A10-4AC6-880A-049E5838EF55}" dt="2025-08-13T16:51:40.432" v="223" actId="14100"/>
          <ac:cxnSpMkLst>
            <pc:docMk/>
            <pc:sldMk cId="1681896844" sldId="266"/>
            <ac:cxnSpMk id="9" creationId="{6219EF61-55E2-CCFF-F09D-74D91BC8484F}"/>
          </ac:cxnSpMkLst>
        </pc:cxnChg>
      </pc:sldChg>
      <pc:sldChg chg="add del">
        <pc:chgData name="kuljot bakshi" userId="e18f591f5991c12c" providerId="LiveId" clId="{6058FEA3-1A10-4AC6-880A-049E5838EF55}" dt="2025-08-13T16:49:58.499" v="190" actId="47"/>
        <pc:sldMkLst>
          <pc:docMk/>
          <pc:sldMk cId="2789167453" sldId="266"/>
        </pc:sldMkLst>
      </pc:sldChg>
      <pc:sldChg chg="modSp add mod">
        <pc:chgData name="kuljot bakshi" userId="e18f591f5991c12c" providerId="LiveId" clId="{6058FEA3-1A10-4AC6-880A-049E5838EF55}" dt="2025-08-13T16:53:07.238" v="252" actId="1076"/>
        <pc:sldMkLst>
          <pc:docMk/>
          <pc:sldMk cId="2071111294" sldId="267"/>
        </pc:sldMkLst>
        <pc:spChg chg="mod">
          <ac:chgData name="kuljot bakshi" userId="e18f591f5991c12c" providerId="LiveId" clId="{6058FEA3-1A10-4AC6-880A-049E5838EF55}" dt="2025-08-13T16:53:06.296" v="251" actId="1076"/>
          <ac:spMkLst>
            <pc:docMk/>
            <pc:sldMk cId="2071111294" sldId="267"/>
            <ac:spMk id="6" creationId="{348371CE-F62A-6E01-017F-D6CAEF65989A}"/>
          </ac:spMkLst>
        </pc:spChg>
        <pc:spChg chg="mod">
          <ac:chgData name="kuljot bakshi" userId="e18f591f5991c12c" providerId="LiveId" clId="{6058FEA3-1A10-4AC6-880A-049E5838EF55}" dt="2025-08-13T16:52:40.642" v="236" actId="1076"/>
          <ac:spMkLst>
            <pc:docMk/>
            <pc:sldMk cId="2071111294" sldId="267"/>
            <ac:spMk id="7" creationId="{753A17F8-D2DA-8C13-0D83-AD0ECF02A6D7}"/>
          </ac:spMkLst>
        </pc:spChg>
        <pc:picChg chg="mod">
          <ac:chgData name="kuljot bakshi" userId="e18f591f5991c12c" providerId="LiveId" clId="{6058FEA3-1A10-4AC6-880A-049E5838EF55}" dt="2025-08-13T16:53:07.238" v="252" actId="1076"/>
          <ac:picMkLst>
            <pc:docMk/>
            <pc:sldMk cId="2071111294" sldId="267"/>
            <ac:picMk id="5124" creationId="{15216254-49DA-510F-B812-6FE61633B455}"/>
          </ac:picMkLst>
        </pc:picChg>
        <pc:cxnChg chg="mod">
          <ac:chgData name="kuljot bakshi" userId="e18f591f5991c12c" providerId="LiveId" clId="{6058FEA3-1A10-4AC6-880A-049E5838EF55}" dt="2025-08-13T16:53:06.296" v="251" actId="1076"/>
          <ac:cxnSpMkLst>
            <pc:docMk/>
            <pc:sldMk cId="2071111294" sldId="267"/>
            <ac:cxnSpMk id="9" creationId="{8AA549C3-9A9E-5261-F7E8-08D7C46FAA3C}"/>
          </ac:cxnSpMkLst>
        </pc:cxnChg>
      </pc:sldChg>
      <pc:sldChg chg="addSp delSp modSp new mod">
        <pc:chgData name="kuljot bakshi" userId="e18f591f5991c12c" providerId="LiveId" clId="{6058FEA3-1A10-4AC6-880A-049E5838EF55}" dt="2025-08-13T16:56:39.648" v="360" actId="13822"/>
        <pc:sldMkLst>
          <pc:docMk/>
          <pc:sldMk cId="2513974609" sldId="268"/>
        </pc:sldMkLst>
        <pc:spChg chg="mod">
          <ac:chgData name="kuljot bakshi" userId="e18f591f5991c12c" providerId="LiveId" clId="{6058FEA3-1A10-4AC6-880A-049E5838EF55}" dt="2025-08-13T16:53:41.201" v="323" actId="1076"/>
          <ac:spMkLst>
            <pc:docMk/>
            <pc:sldMk cId="2513974609" sldId="268"/>
            <ac:spMk id="2" creationId="{40C03FFC-E18F-3112-45FF-3C2D7CC6CF2E}"/>
          </ac:spMkLst>
        </pc:spChg>
        <pc:spChg chg="del">
          <ac:chgData name="kuljot bakshi" userId="e18f591f5991c12c" providerId="LiveId" clId="{6058FEA3-1A10-4AC6-880A-049E5838EF55}" dt="2025-08-13T16:53:54.789" v="324"/>
          <ac:spMkLst>
            <pc:docMk/>
            <pc:sldMk cId="2513974609" sldId="268"/>
            <ac:spMk id="3" creationId="{C7A4303B-A25C-4113-462E-A4BEC5167A2D}"/>
          </ac:spMkLst>
        </pc:spChg>
        <pc:spChg chg="add del mod">
          <ac:chgData name="kuljot bakshi" userId="e18f591f5991c12c" providerId="LiveId" clId="{6058FEA3-1A10-4AC6-880A-049E5838EF55}" dt="2025-08-13T16:54:10.682" v="330"/>
          <ac:spMkLst>
            <pc:docMk/>
            <pc:sldMk cId="2513974609" sldId="268"/>
            <ac:spMk id="4" creationId="{E75814DE-3F8A-B274-4DA6-89B5D45DBCD8}"/>
          </ac:spMkLst>
        </pc:spChg>
        <pc:spChg chg="add del mod">
          <ac:chgData name="kuljot bakshi" userId="e18f591f5991c12c" providerId="LiveId" clId="{6058FEA3-1A10-4AC6-880A-049E5838EF55}" dt="2025-08-13T16:54:23.325" v="331" actId="931"/>
          <ac:spMkLst>
            <pc:docMk/>
            <pc:sldMk cId="2513974609" sldId="268"/>
            <ac:spMk id="5" creationId="{0B0365A4-67A3-835F-FEA4-096F980F2130}"/>
          </ac:spMkLst>
        </pc:spChg>
        <pc:spChg chg="add mod">
          <ac:chgData name="kuljot bakshi" userId="e18f591f5991c12c" providerId="LiveId" clId="{6058FEA3-1A10-4AC6-880A-049E5838EF55}" dt="2025-08-13T16:55:34.900" v="343" actId="1076"/>
          <ac:spMkLst>
            <pc:docMk/>
            <pc:sldMk cId="2513974609" sldId="268"/>
            <ac:spMk id="8" creationId="{D267BD12-66E4-8F69-A27D-3B3D74BE7E2C}"/>
          </ac:spMkLst>
        </pc:spChg>
        <pc:spChg chg="add mod">
          <ac:chgData name="kuljot bakshi" userId="e18f591f5991c12c" providerId="LiveId" clId="{6058FEA3-1A10-4AC6-880A-049E5838EF55}" dt="2025-08-13T16:56:01.416" v="351" actId="1076"/>
          <ac:spMkLst>
            <pc:docMk/>
            <pc:sldMk cId="2513974609" sldId="268"/>
            <ac:spMk id="10" creationId="{67664DEE-A66A-1828-C9D6-1DF733709A94}"/>
          </ac:spMkLst>
        </pc:spChg>
        <pc:spChg chg="add">
          <ac:chgData name="kuljot bakshi" userId="e18f591f5991c12c" providerId="LiveId" clId="{6058FEA3-1A10-4AC6-880A-049E5838EF55}" dt="2025-08-13T16:56:08.980" v="352"/>
          <ac:spMkLst>
            <pc:docMk/>
            <pc:sldMk cId="2513974609" sldId="268"/>
            <ac:spMk id="11" creationId="{E24015FD-AD0C-BB33-9747-AF8AD2D84839}"/>
          </ac:spMkLst>
        </pc:spChg>
        <pc:spChg chg="add mod">
          <ac:chgData name="kuljot bakshi" userId="e18f591f5991c12c" providerId="LiveId" clId="{6058FEA3-1A10-4AC6-880A-049E5838EF55}" dt="2025-08-13T16:56:39.648" v="360" actId="13822"/>
          <ac:spMkLst>
            <pc:docMk/>
            <pc:sldMk cId="2513974609" sldId="268"/>
            <ac:spMk id="13" creationId="{985AD9A7-A78F-2AE0-2204-178FDE787314}"/>
          </ac:spMkLst>
        </pc:spChg>
        <pc:picChg chg="add mod">
          <ac:chgData name="kuljot bakshi" userId="e18f591f5991c12c" providerId="LiveId" clId="{6058FEA3-1A10-4AC6-880A-049E5838EF55}" dt="2025-08-13T16:55:20.383" v="340" actId="1076"/>
          <ac:picMkLst>
            <pc:docMk/>
            <pc:sldMk cId="2513974609" sldId="268"/>
            <ac:picMk id="7" creationId="{89028290-43DF-E267-5D73-7AA3345816FC}"/>
          </ac:picMkLst>
        </pc:picChg>
        <pc:picChg chg="add del mod">
          <ac:chgData name="kuljot bakshi" userId="e18f591f5991c12c" providerId="LiveId" clId="{6058FEA3-1A10-4AC6-880A-049E5838EF55}" dt="2025-08-13T16:54:08.686" v="329" actId="478"/>
          <ac:picMkLst>
            <pc:docMk/>
            <pc:sldMk cId="2513974609" sldId="268"/>
            <ac:picMk id="6146" creationId="{1B3604EC-145A-6839-4B0E-A5DF63C993B9}"/>
          </ac:picMkLst>
        </pc:picChg>
      </pc:sldChg>
      <pc:sldChg chg="addSp delSp modSp new del">
        <pc:chgData name="kuljot bakshi" userId="e18f591f5991c12c" providerId="LiveId" clId="{6058FEA3-1A10-4AC6-880A-049E5838EF55}" dt="2025-08-13T16:57:40.101" v="364" actId="47"/>
        <pc:sldMkLst>
          <pc:docMk/>
          <pc:sldMk cId="3647048365" sldId="269"/>
        </pc:sldMkLst>
        <pc:spChg chg="del">
          <ac:chgData name="kuljot bakshi" userId="e18f591f5991c12c" providerId="LiveId" clId="{6058FEA3-1A10-4AC6-880A-049E5838EF55}" dt="2025-08-13T16:57:33.895" v="362"/>
          <ac:spMkLst>
            <pc:docMk/>
            <pc:sldMk cId="3647048365" sldId="269"/>
            <ac:spMk id="3" creationId="{CFD62723-5DB8-222F-CE9D-C2B5E58FC71A}"/>
          </ac:spMkLst>
        </pc:spChg>
        <pc:spChg chg="add mod">
          <ac:chgData name="kuljot bakshi" userId="e18f591f5991c12c" providerId="LiveId" clId="{6058FEA3-1A10-4AC6-880A-049E5838EF55}" dt="2025-08-13T16:57:37.777" v="363" actId="478"/>
          <ac:spMkLst>
            <pc:docMk/>
            <pc:sldMk cId="3647048365" sldId="269"/>
            <ac:spMk id="4" creationId="{6EB9A4C2-5F70-AAE3-7055-B86C9004E513}"/>
          </ac:spMkLst>
        </pc:spChg>
        <pc:picChg chg="add del mod">
          <ac:chgData name="kuljot bakshi" userId="e18f591f5991c12c" providerId="LiveId" clId="{6058FEA3-1A10-4AC6-880A-049E5838EF55}" dt="2025-08-13T16:57:37.777" v="363" actId="478"/>
          <ac:picMkLst>
            <pc:docMk/>
            <pc:sldMk cId="3647048365" sldId="269"/>
            <ac:picMk id="14338" creationId="{3C7DCEDF-A3CE-1947-F70E-20D32BEC761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B729-710B-E20E-4F74-F0B439728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265CB-A835-A567-6C33-324665F76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ED823-8B52-EE62-62F2-93A8A74D5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D8D6-788D-48A9-9684-6A377EA68702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9F6F-E658-0322-429D-45C233F17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04BFB-E7DC-4671-3E9C-62E28CEAA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42738-5DA2-487B-AEC6-6258ABF56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287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7DC6B-43B0-A845-8F95-9BBDB7E9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A8404-2A6B-8CD7-B0E3-27D1D697B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61BEF-F653-CAA6-6258-6546B7968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D8D6-788D-48A9-9684-6A377EA68702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0D8E9-B652-37A2-C781-6FC753A62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B143C-4438-DA94-3D55-59E487ABA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42738-5DA2-487B-AEC6-6258ABF56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38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F564C-0DC4-212A-F5B9-05F822D0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4CAE7-494C-1CA6-02E5-AE6AE56C6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D5B53-5900-808B-E9EB-2AAB074A5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D8D6-788D-48A9-9684-6A377EA68702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04ED8-E1F4-4804-69AE-A4428943F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1F4A6-8206-796C-D208-8BE08204A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42738-5DA2-487B-AEC6-6258ABF56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58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DDCB4-B993-434A-3A62-517416B1C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C0C0E-F2B1-35B0-7605-19C62DD0D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9A71E-5BD5-9A85-9433-EC98714F3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629D7-1B46-7617-0407-D490B82DD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D8D6-788D-48A9-9684-6A377EA68702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728CF-BBFE-7142-3975-28F675CF1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651AA-84BF-558B-B18D-C6E20A0AF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42738-5DA2-487B-AEC6-6258ABF56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121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6E58-4900-E057-3646-523621802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AD5EE-07D5-C970-7971-B7D61357A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C634A-BD71-AB86-F845-10C44A673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13BF3B-AD0D-8287-444B-A4F7B33C03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7918A-549C-8BF2-8A1D-DEA831949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4B265E-32E8-A20C-CCAE-42FB48B8C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D8D6-788D-48A9-9684-6A377EA68702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5C18B3-52D3-081B-236C-E27F190CF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B5C134-ABCC-6D13-38A1-9080330E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42738-5DA2-487B-AEC6-6258ABF56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30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2396A-7022-8713-0BE4-853BA45FF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4EFA12-7867-58A8-94A9-BCFC9399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D8D6-788D-48A9-9684-6A377EA68702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87B2B3-17CD-18A1-C369-137E65B0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7633C0-2132-4419-20E2-FD25B46C2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42738-5DA2-487B-AEC6-6258ABF56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70AC4D-26F9-B6F3-41FC-650CE0C32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D8D6-788D-48A9-9684-6A377EA68702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409AF4-C742-9E98-B6FA-00D7D2F25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1BEE1-D0CA-6B89-9DD0-10DF93C3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42738-5DA2-487B-AEC6-6258ABF56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557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93661-2E9D-A18F-88EB-02048CEFD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264A3-84FA-00DD-4D71-4B6E7B694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2117F-2367-352C-685B-9EB6A9FD9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90971-03B4-F785-7F28-6BE17AE2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D8D6-788D-48A9-9684-6A377EA68702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93BD3-CEDF-ED72-835D-45DD59B83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80AAC-17EA-28AC-77AC-CEB1DA9B0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42738-5DA2-487B-AEC6-6258ABF56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518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C702-2BC9-9C3E-D0AA-802DD1D0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2A9217-447B-0C40-EFF5-1C22A17D9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84684-592A-961F-7FBF-2651DF938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75769-006C-4EBA-6478-AA830411F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D8D6-788D-48A9-9684-6A377EA68702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2B56A-D9F2-8D4B-675F-F20D68A96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265C8-3A72-E1C3-4EA4-775AF4B3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42738-5DA2-487B-AEC6-6258ABF56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11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F83C-3842-0494-DE4A-D4675E5D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7E31C8-7E32-EC2D-630C-A7150DF82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78D50-32B8-C7D7-B3CA-F5ED436FF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D8D6-788D-48A9-9684-6A377EA68702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71C34-8333-DB27-86DE-7904CBD4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997EC-72A4-5E56-9D86-5E67F6AD7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42738-5DA2-487B-AEC6-6258ABF56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2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408796-2848-601F-CF68-85968D01E7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F46D9-B6FD-953F-7D33-53F2E7124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77660-AF98-1DA3-0024-8634F725B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D8D6-788D-48A9-9684-6A377EA68702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C1302-A6A8-B5AA-55F2-307084B90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9CA44-6C24-D714-5775-BB47B6EE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42738-5DA2-487B-AEC6-6258ABF56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120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00F466-CFE0-4123-9019-4F7C1507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12E54-34CD-9208-EFD2-292248BAB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80808-702C-42BA-B245-2B968ED7A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E4D8D6-788D-48A9-9684-6A377EA68702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F1D7A-F9F8-6B06-C043-5398A70F8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F4045-1E0B-D4BA-7476-E20E57B5E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42738-5DA2-487B-AEC6-6258ABF56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854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Setting up and Using Istio with Azure Kubernetes Service (AKS)">
            <a:extLst>
              <a:ext uri="{FF2B5EF4-FFF2-40B4-BE49-F238E27FC236}">
                <a16:creationId xmlns:a16="http://schemas.microsoft.com/office/drawing/2014/main" id="{DB97BC3C-5779-3A74-4963-6CDC47367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73F756-6E4A-26D3-B658-F3CC860FB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Istio Service Mesh on AKS</a:t>
            </a:r>
            <a:endParaRPr lang="en-IN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68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DD14F-3932-329C-84FF-E48DE0F3E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061" y="-312970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🔍</a:t>
            </a:r>
            <a:r>
              <a:rPr lang="en-US" dirty="0"/>
              <a:t>Consider a Scenario…..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8AF68-7D70-B88A-7936-1BAF9654E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12" y="898063"/>
            <a:ext cx="7048073" cy="281829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You’re the AKS platform owner at </a:t>
            </a:r>
            <a:r>
              <a:rPr lang="en-IN" sz="1800" b="1" dirty="0" err="1"/>
              <a:t>GreenCart</a:t>
            </a:r>
            <a:r>
              <a:rPr lang="en-IN" sz="1800" dirty="0"/>
              <a:t> 🛒. A new AI-powered </a:t>
            </a:r>
            <a:r>
              <a:rPr lang="en-IN" sz="1800" b="1" dirty="0"/>
              <a:t>Checkout v2</a:t>
            </a:r>
            <a:r>
              <a:rPr lang="en-IN" sz="1800" dirty="0"/>
              <a:t> 🤖 is ready while v1 still runs in prod. The plan:</a:t>
            </a:r>
          </a:p>
          <a:p>
            <a:r>
              <a:rPr lang="en-IN" sz="1800" dirty="0"/>
              <a:t>🚀 </a:t>
            </a:r>
            <a:r>
              <a:rPr lang="en-IN" sz="1800" b="1" dirty="0"/>
              <a:t>Zero downtime rollout</a:t>
            </a:r>
            <a:r>
              <a:rPr lang="en-IN" sz="1800" dirty="0"/>
              <a:t> → start 10% traffic to v2, then increase.</a:t>
            </a:r>
          </a:p>
          <a:p>
            <a:r>
              <a:rPr lang="en-IN" sz="1800" dirty="0"/>
              <a:t>🔒 </a:t>
            </a:r>
            <a:r>
              <a:rPr lang="en-IN" sz="1800" b="1" dirty="0"/>
              <a:t>Security</a:t>
            </a:r>
            <a:r>
              <a:rPr lang="en-IN" sz="1800" dirty="0"/>
              <a:t> → </a:t>
            </a:r>
            <a:r>
              <a:rPr lang="en-IN" sz="1800" dirty="0" err="1"/>
              <a:t>mTLS</a:t>
            </a:r>
            <a:r>
              <a:rPr lang="en-IN" sz="1800" dirty="0"/>
              <a:t> between services, only ingress via Istio Gateway.</a:t>
            </a:r>
          </a:p>
          <a:p>
            <a:r>
              <a:rPr lang="en-IN" sz="1800" dirty="0"/>
              <a:t>🛡 </a:t>
            </a:r>
            <a:r>
              <a:rPr lang="en-IN" sz="1800" b="1" dirty="0"/>
              <a:t>Resilience</a:t>
            </a:r>
            <a:r>
              <a:rPr lang="en-IN" sz="1800" dirty="0"/>
              <a:t> → retries, timeouts, circuit breaking for flaky payments 💳.</a:t>
            </a:r>
          </a:p>
          <a:p>
            <a:r>
              <a:rPr lang="en-IN" sz="1800" dirty="0"/>
              <a:t>📊 </a:t>
            </a:r>
            <a:r>
              <a:rPr lang="en-IN" sz="1800" b="1" dirty="0"/>
              <a:t>Observability</a:t>
            </a:r>
            <a:r>
              <a:rPr lang="en-IN" sz="1800" dirty="0"/>
              <a:t> → track error rate &amp; latency, rollback if SLOs fail.</a:t>
            </a:r>
          </a:p>
          <a:p>
            <a:endParaRPr lang="en-IN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58DA6-EE0E-E144-6553-FAA62947051E}"/>
              </a:ext>
            </a:extLst>
          </p:cNvPr>
          <p:cNvSpPr txBox="1"/>
          <p:nvPr/>
        </p:nvSpPr>
        <p:spPr>
          <a:xfrm>
            <a:off x="629293" y="4357722"/>
            <a:ext cx="6097712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Your tasks:</a:t>
            </a:r>
          </a:p>
          <a:p>
            <a:r>
              <a:rPr lang="en-IN" dirty="0"/>
              <a:t>1️⃣ Mesh-enable only checkout &amp; payments namespaces.</a:t>
            </a:r>
          </a:p>
          <a:p>
            <a:r>
              <a:rPr lang="en-IN" dirty="0"/>
              <a:t>2️⃣ Create </a:t>
            </a:r>
            <a:r>
              <a:rPr lang="en-IN" dirty="0" err="1"/>
              <a:t>DestinationRule</a:t>
            </a:r>
            <a:r>
              <a:rPr lang="en-IN" dirty="0"/>
              <a:t> subsets (v1, v2) &amp; weighted </a:t>
            </a:r>
            <a:r>
              <a:rPr lang="en-IN" dirty="0" err="1"/>
              <a:t>VirtualService</a:t>
            </a:r>
            <a:r>
              <a:rPr lang="en-IN" dirty="0"/>
              <a:t>.</a:t>
            </a:r>
          </a:p>
          <a:p>
            <a:r>
              <a:rPr lang="en-IN" dirty="0"/>
              <a:t>3️⃣ Apply </a:t>
            </a:r>
            <a:r>
              <a:rPr lang="en-IN" dirty="0" err="1"/>
              <a:t>mTLS</a:t>
            </a:r>
            <a:r>
              <a:rPr lang="en-IN" dirty="0"/>
              <a:t> 🔐, resilience policies ⚙, and rate limits 🚦.</a:t>
            </a:r>
          </a:p>
          <a:p>
            <a:r>
              <a:rPr lang="en-IN" dirty="0"/>
              <a:t>4️⃣ Monitor 📈 &amp; instantly flip back to v1 if needed ⏪.</a:t>
            </a:r>
          </a:p>
        </p:txBody>
      </p:sp>
      <p:pic>
        <p:nvPicPr>
          <p:cNvPr id="9" name="Picture 8" descr="A diagram of a computer network">
            <a:extLst>
              <a:ext uri="{FF2B5EF4-FFF2-40B4-BE49-F238E27FC236}">
                <a16:creationId xmlns:a16="http://schemas.microsoft.com/office/drawing/2014/main" id="{89301417-DB81-B2E4-151B-8421985C6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756" y="898063"/>
            <a:ext cx="4498110" cy="2530937"/>
          </a:xfrm>
          <a:prstGeom prst="rect">
            <a:avLst/>
          </a:prstGeom>
        </p:spPr>
      </p:pic>
      <p:pic>
        <p:nvPicPr>
          <p:cNvPr id="13" name="Picture 12" descr="A diagram of a cloud service">
            <a:extLst>
              <a:ext uri="{FF2B5EF4-FFF2-40B4-BE49-F238E27FC236}">
                <a16:creationId xmlns:a16="http://schemas.microsoft.com/office/drawing/2014/main" id="{58133A95-CFB4-C2BB-8E70-3FC20A690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588" y="3716358"/>
            <a:ext cx="4982412" cy="280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42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AF8F8-0002-ED7F-8074-CACBADC8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35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Why Do you need Istio?</a:t>
            </a:r>
            <a:endParaRPr lang="en-IN" dirty="0"/>
          </a:p>
        </p:txBody>
      </p:sp>
      <p:pic>
        <p:nvPicPr>
          <p:cNvPr id="3074" name="Picture 2" descr="Istio | Kube by Example">
            <a:extLst>
              <a:ext uri="{FF2B5EF4-FFF2-40B4-BE49-F238E27FC236}">
                <a16:creationId xmlns:a16="http://schemas.microsoft.com/office/drawing/2014/main" id="{D9A60D15-E36F-AFA2-8ECD-E10D4D9C81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504" y="4077041"/>
            <a:ext cx="6958496" cy="278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8170D4-7219-B61F-5684-C868BEE9EA97}"/>
              </a:ext>
            </a:extLst>
          </p:cNvPr>
          <p:cNvSpPr txBox="1"/>
          <p:nvPr/>
        </p:nvSpPr>
        <p:spPr>
          <a:xfrm>
            <a:off x="126102" y="1499876"/>
            <a:ext cx="6647379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Modern applications are typically architected as distributed collections of microservices, with each collection of microservices performing some discrete business function.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38EF47-7AFA-F79D-F635-DF5079C20A5E}"/>
              </a:ext>
            </a:extLst>
          </p:cNvPr>
          <p:cNvSpPr txBox="1"/>
          <p:nvPr/>
        </p:nvSpPr>
        <p:spPr>
          <a:xfrm>
            <a:off x="503677" y="2828835"/>
            <a:ext cx="5892228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 service mesh is a dedicated infrastructure layer that you can add to your applications. It allows you to transparently add capabilities like observability, traffic management, and security, without adding them to your own code.</a:t>
            </a:r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68D27D-BF64-E0F4-E890-5B02D3125231}"/>
              </a:ext>
            </a:extLst>
          </p:cNvPr>
          <p:cNvSpPr txBox="1"/>
          <p:nvPr/>
        </p:nvSpPr>
        <p:spPr>
          <a:xfrm>
            <a:off x="887002" y="4434793"/>
            <a:ext cx="5208998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Istio is an open-source service mesh that layers transparently onto existing distributed applications.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8D97A3-BF3B-3000-3A6F-0719E4155A5B}"/>
              </a:ext>
            </a:extLst>
          </p:cNvPr>
          <p:cNvSpPr txBox="1"/>
          <p:nvPr/>
        </p:nvSpPr>
        <p:spPr>
          <a:xfrm>
            <a:off x="7114590" y="992045"/>
            <a:ext cx="4951308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Its powerful control plane brings vital features, including:</a:t>
            </a:r>
          </a:p>
          <a:p>
            <a:pPr marL="342900" indent="-342900">
              <a:buAutoNum type="arabicParenR"/>
            </a:pPr>
            <a:r>
              <a:rPr lang="en-US" dirty="0"/>
              <a:t>Secure service-to-service communication in a cluster with TLS encryption</a:t>
            </a:r>
          </a:p>
          <a:p>
            <a:pPr marL="342900" indent="-342900">
              <a:buAutoNum type="arabicParenR"/>
            </a:pPr>
            <a:r>
              <a:rPr lang="en-US" dirty="0"/>
              <a:t>Automatic Load Balancing for HTTP, </a:t>
            </a:r>
            <a:r>
              <a:rPr lang="en-US" dirty="0" err="1"/>
              <a:t>gRPC</a:t>
            </a:r>
            <a:r>
              <a:rPr lang="en-US" dirty="0"/>
              <a:t>, WebSocket and TCP traffic.</a:t>
            </a:r>
          </a:p>
          <a:p>
            <a:pPr marL="342900" indent="-342900">
              <a:buAutoNum type="arabicParenR"/>
            </a:pPr>
            <a:r>
              <a:rPr lang="en-US" dirty="0"/>
              <a:t>Automatic metrics, logs and rules collection.</a:t>
            </a:r>
          </a:p>
          <a:p>
            <a:pPr marL="342900" indent="-342900">
              <a:buAutoNum type="arabicParenR"/>
            </a:pPr>
            <a:r>
              <a:rPr lang="en-US" dirty="0"/>
              <a:t>Advanced Software Architecture Patterns like circuit-breaker, ingress routing through gateway, canary deployments </a:t>
            </a:r>
            <a:r>
              <a:rPr lang="en-US" dirty="0" err="1"/>
              <a:t>etc</a:t>
            </a:r>
            <a:r>
              <a:rPr lang="en-US" dirty="0"/>
              <a:t>,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637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3BFD1-48BD-09D1-09AB-3D0A15493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47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Istio Architecture</a:t>
            </a:r>
            <a:endParaRPr lang="en-IN" dirty="0"/>
          </a:p>
        </p:txBody>
      </p:sp>
      <p:pic>
        <p:nvPicPr>
          <p:cNvPr id="4098" name="Picture 2" descr="Istio Architecture :: Istio Service Mesh Workshop">
            <a:extLst>
              <a:ext uri="{FF2B5EF4-FFF2-40B4-BE49-F238E27FC236}">
                <a16:creationId xmlns:a16="http://schemas.microsoft.com/office/drawing/2014/main" id="{466496B5-5FC6-891D-2AC7-DEA7081968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422" y="1934483"/>
            <a:ext cx="483527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B5F234-99F6-F4A9-C0A2-416A15B6367A}"/>
              </a:ext>
            </a:extLst>
          </p:cNvPr>
          <p:cNvSpPr txBox="1"/>
          <p:nvPr/>
        </p:nvSpPr>
        <p:spPr>
          <a:xfrm>
            <a:off x="1678083" y="1016165"/>
            <a:ext cx="800200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>
                <a:solidFill>
                  <a:srgbClr val="293655"/>
                </a:solidFill>
                <a:effectLst/>
                <a:latin typeface="barlow" panose="020F0502020204030204" pitchFamily="2" charset="0"/>
              </a:rPr>
              <a:t>An </a:t>
            </a:r>
            <a:r>
              <a:rPr lang="en-US" b="1" i="0">
                <a:solidFill>
                  <a:srgbClr val="293655"/>
                </a:solidFill>
                <a:effectLst/>
                <a:latin typeface="barlow" panose="020F0502020204030204" pitchFamily="2" charset="0"/>
              </a:rPr>
              <a:t>Istio service mesh </a:t>
            </a:r>
            <a:r>
              <a:rPr lang="en-US" b="0" i="0">
                <a:solidFill>
                  <a:srgbClr val="293655"/>
                </a:solidFill>
                <a:effectLst/>
                <a:latin typeface="barlow" panose="020F0502020204030204" pitchFamily="2" charset="0"/>
              </a:rPr>
              <a:t>is logically split into a </a:t>
            </a:r>
            <a:r>
              <a:rPr lang="en-US" b="1" i="0">
                <a:solidFill>
                  <a:srgbClr val="293655"/>
                </a:solidFill>
                <a:effectLst/>
                <a:latin typeface="barlow" panose="020F0502020204030204" pitchFamily="2" charset="0"/>
              </a:rPr>
              <a:t>data plane</a:t>
            </a:r>
            <a:r>
              <a:rPr lang="en-US" b="0" i="0">
                <a:solidFill>
                  <a:srgbClr val="293655"/>
                </a:solidFill>
                <a:effectLst/>
                <a:latin typeface="barlow" panose="020F0502020204030204" pitchFamily="2" charset="0"/>
              </a:rPr>
              <a:t> and a </a:t>
            </a:r>
            <a:r>
              <a:rPr lang="en-US" b="1" i="0">
                <a:solidFill>
                  <a:srgbClr val="293655"/>
                </a:solidFill>
                <a:effectLst/>
                <a:latin typeface="barlow" panose="020F0502020204030204" pitchFamily="2" charset="0"/>
              </a:rPr>
              <a:t>control plane</a:t>
            </a:r>
            <a:r>
              <a:rPr lang="en-US" b="0" i="0">
                <a:solidFill>
                  <a:srgbClr val="293655"/>
                </a:solidFill>
                <a:effectLst/>
                <a:latin typeface="barlow" panose="020F0502020204030204" pitchFamily="2" charset="0"/>
              </a:rPr>
              <a:t>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22431E-94BA-0949-8D79-8F26C8D578EC}"/>
              </a:ext>
            </a:extLst>
          </p:cNvPr>
          <p:cNvSpPr txBox="1"/>
          <p:nvPr/>
        </p:nvSpPr>
        <p:spPr>
          <a:xfrm>
            <a:off x="586822" y="5211357"/>
            <a:ext cx="6096000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base"/>
            <a:r>
              <a:rPr lang="en-US" b="0" i="0" dirty="0">
                <a:solidFill>
                  <a:srgbClr val="293655"/>
                </a:solidFill>
                <a:effectLst/>
                <a:latin typeface="inherit"/>
              </a:rPr>
              <a:t>The </a:t>
            </a:r>
            <a:r>
              <a:rPr lang="en-US" b="1" i="0" dirty="0">
                <a:solidFill>
                  <a:srgbClr val="293655"/>
                </a:solidFill>
                <a:effectLst/>
                <a:latin typeface="inherit"/>
              </a:rPr>
              <a:t>data plane</a:t>
            </a:r>
            <a:r>
              <a:rPr lang="en-US" b="0" i="0" dirty="0">
                <a:solidFill>
                  <a:srgbClr val="293655"/>
                </a:solidFill>
                <a:effectLst/>
                <a:latin typeface="inherit"/>
              </a:rPr>
              <a:t> is composed of a set of intelligent proxies (Envoy) deployed as sidecars. These proxies mediate and control all network communication between microservices. They also collect and report telemetry on all mesh traffic.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2063F2-18D3-0CA3-23B0-02AE3CF4BBEF}"/>
              </a:ext>
            </a:extLst>
          </p:cNvPr>
          <p:cNvCxnSpPr>
            <a:endCxn id="7" idx="3"/>
          </p:cNvCxnSpPr>
          <p:nvPr/>
        </p:nvCxnSpPr>
        <p:spPr>
          <a:xfrm flipH="1">
            <a:off x="6682822" y="5322013"/>
            <a:ext cx="1906374" cy="489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4DF3B15-16CA-78AB-6088-982E62BB6A20}"/>
              </a:ext>
            </a:extLst>
          </p:cNvPr>
          <p:cNvSpPr txBox="1"/>
          <p:nvPr/>
        </p:nvSpPr>
        <p:spPr>
          <a:xfrm>
            <a:off x="586822" y="2790595"/>
            <a:ext cx="5304033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solidFill>
                  <a:srgbClr val="293655"/>
                </a:solidFill>
                <a:effectLst/>
                <a:latin typeface="inherit"/>
              </a:rPr>
              <a:t>The </a:t>
            </a:r>
            <a:r>
              <a:rPr lang="en-US" b="1" i="0" dirty="0">
                <a:solidFill>
                  <a:srgbClr val="293655"/>
                </a:solidFill>
                <a:effectLst/>
                <a:latin typeface="inherit"/>
              </a:rPr>
              <a:t>control plane</a:t>
            </a:r>
            <a:r>
              <a:rPr lang="en-US" b="0" i="0" dirty="0">
                <a:solidFill>
                  <a:srgbClr val="293655"/>
                </a:solidFill>
                <a:effectLst/>
                <a:latin typeface="inherit"/>
              </a:rPr>
              <a:t> manages and configures the proxies to route traffic.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DF18BC-008C-0C6B-B11B-0D343FE5E522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5890855" y="3090677"/>
            <a:ext cx="1167491" cy="23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62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3E3A9-DC1D-760A-B473-F9F72604B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405" y="-2718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Istio Old Architecture – Old But Still Critical</a:t>
            </a:r>
            <a:endParaRPr lang="en-IN" sz="3600" dirty="0"/>
          </a:p>
        </p:txBody>
      </p:sp>
      <p:pic>
        <p:nvPicPr>
          <p:cNvPr id="5124" name="Picture 4" descr="Istio Architecture :: Istio Service Mesh Workshop">
            <a:extLst>
              <a:ext uri="{FF2B5EF4-FFF2-40B4-BE49-F238E27FC236}">
                <a16:creationId xmlns:a16="http://schemas.microsoft.com/office/drawing/2014/main" id="{BE9B74B8-7198-AFE3-3BA6-446CFEC5A5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366" y="2426999"/>
            <a:ext cx="6911634" cy="436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DCBD84-06BD-3DD0-EBFF-B33CCE41F5CA}"/>
              </a:ext>
            </a:extLst>
          </p:cNvPr>
          <p:cNvSpPr txBox="1"/>
          <p:nvPr/>
        </p:nvSpPr>
        <p:spPr>
          <a:xfrm>
            <a:off x="130629" y="1134339"/>
            <a:ext cx="4953000" cy="34163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Pilot – Configuration &amp; Traffic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Watches Kubernetes API for services/endpoints and Istio configs.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Translates Istio routing rules into Envoy-compatible configs.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Pushes configurations to sidecar proxies using </a:t>
            </a:r>
            <a:r>
              <a:rPr lang="en-IN" dirty="0" err="1"/>
              <a:t>xDS</a:t>
            </a:r>
            <a:r>
              <a:rPr lang="en-IN" dirty="0"/>
              <a:t> APIs.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Enables advanced traffic control (canary, fault injection, retries, mirroring).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D1A39A-BFA8-34A6-90A6-B74CBEB98C54}"/>
              </a:ext>
            </a:extLst>
          </p:cNvPr>
          <p:cNvSpPr/>
          <p:nvPr/>
        </p:nvSpPr>
        <p:spPr>
          <a:xfrm>
            <a:off x="6096001" y="3092522"/>
            <a:ext cx="962346" cy="883577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AD9F494-A69D-4F90-A259-CECE325BAC81}"/>
              </a:ext>
            </a:extLst>
          </p:cNvPr>
          <p:cNvCxnSpPr>
            <a:endCxn id="6" idx="3"/>
          </p:cNvCxnSpPr>
          <p:nvPr/>
        </p:nvCxnSpPr>
        <p:spPr>
          <a:xfrm flipH="1" flipV="1">
            <a:off x="5083629" y="2842499"/>
            <a:ext cx="1012371" cy="743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860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710B0-C752-2655-EA4E-5921D20BC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7EF3-C915-D4D7-435E-BFB6B8A7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405" y="-2718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Istio Old Architecture – Old But Still Critical</a:t>
            </a:r>
            <a:endParaRPr lang="en-IN" sz="3600" dirty="0"/>
          </a:p>
        </p:txBody>
      </p:sp>
      <p:pic>
        <p:nvPicPr>
          <p:cNvPr id="5124" name="Picture 4" descr="Istio Architecture :: Istio Service Mesh Workshop">
            <a:extLst>
              <a:ext uri="{FF2B5EF4-FFF2-40B4-BE49-F238E27FC236}">
                <a16:creationId xmlns:a16="http://schemas.microsoft.com/office/drawing/2014/main" id="{3D6BAD60-ACEC-60D0-332E-C6A4801387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366" y="2426999"/>
            <a:ext cx="6911634" cy="436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634084-5423-47F4-DEBB-9C087D250D2E}"/>
              </a:ext>
            </a:extLst>
          </p:cNvPr>
          <p:cNvSpPr txBox="1"/>
          <p:nvPr/>
        </p:nvSpPr>
        <p:spPr>
          <a:xfrm>
            <a:off x="130629" y="1134339"/>
            <a:ext cx="4953000" cy="34163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Citadel – Security &amp; </a:t>
            </a:r>
            <a:r>
              <a:rPr lang="en-IN" b="1" dirty="0" err="1"/>
              <a:t>mTLS</a:t>
            </a:r>
            <a:r>
              <a:rPr lang="en-IN" b="1" dirty="0"/>
              <a:t> Authority</a:t>
            </a:r>
          </a:p>
          <a:p>
            <a:pPr marL="342900" indent="-342900">
              <a:buAutoNum type="arabicParenR"/>
            </a:pPr>
            <a:r>
              <a:rPr lang="en-IN" dirty="0"/>
              <a:t>Acts as Istio’s internal Certificate Authority (CA).</a:t>
            </a:r>
          </a:p>
          <a:p>
            <a:endParaRPr lang="en-IN" dirty="0"/>
          </a:p>
          <a:p>
            <a:r>
              <a:rPr lang="en-IN" dirty="0"/>
              <a:t>2) Issues and rotates X.509 certificates for workloads.</a:t>
            </a:r>
          </a:p>
          <a:p>
            <a:endParaRPr lang="en-IN" dirty="0"/>
          </a:p>
          <a:p>
            <a:r>
              <a:rPr lang="en-IN" dirty="0"/>
              <a:t>3) Distributes keys securely to Envoy sidecars via SDS.</a:t>
            </a:r>
          </a:p>
          <a:p>
            <a:endParaRPr lang="en-IN" dirty="0"/>
          </a:p>
          <a:p>
            <a:r>
              <a:rPr lang="en-IN" dirty="0"/>
              <a:t>4) Enables automatic mutual TLS (</a:t>
            </a:r>
            <a:r>
              <a:rPr lang="en-IN" dirty="0" err="1"/>
              <a:t>mTLS</a:t>
            </a:r>
            <a:r>
              <a:rPr lang="en-IN" dirty="0"/>
              <a:t>) between services.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95519F-2F6B-98E9-F93D-3D114A924D54}"/>
              </a:ext>
            </a:extLst>
          </p:cNvPr>
          <p:cNvSpPr/>
          <p:nvPr/>
        </p:nvSpPr>
        <p:spPr>
          <a:xfrm>
            <a:off x="6917934" y="3143892"/>
            <a:ext cx="962346" cy="883577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8B5872-0671-4491-D5C7-D4356DCB077F}"/>
              </a:ext>
            </a:extLst>
          </p:cNvPr>
          <p:cNvCxnSpPr>
            <a:cxnSpLocks/>
            <a:stCxn id="7" idx="0"/>
            <a:endCxn id="6" idx="3"/>
          </p:cNvCxnSpPr>
          <p:nvPr/>
        </p:nvCxnSpPr>
        <p:spPr>
          <a:xfrm flipH="1" flipV="1">
            <a:off x="5083629" y="2842499"/>
            <a:ext cx="2315478" cy="301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817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18FCE-3FBB-308E-21A0-AD94A3B6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6D6B-0085-5CED-815E-FE5F019B4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405" y="-2718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Istio Old Architecture – Old But Still Critical</a:t>
            </a:r>
            <a:endParaRPr lang="en-IN" sz="3600" dirty="0"/>
          </a:p>
        </p:txBody>
      </p:sp>
      <p:pic>
        <p:nvPicPr>
          <p:cNvPr id="5124" name="Picture 4" descr="Istio Architecture :: Istio Service Mesh Workshop">
            <a:extLst>
              <a:ext uri="{FF2B5EF4-FFF2-40B4-BE49-F238E27FC236}">
                <a16:creationId xmlns:a16="http://schemas.microsoft.com/office/drawing/2014/main" id="{52CFFE43-23B5-A446-86C0-C653EB4E31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366" y="2426999"/>
            <a:ext cx="6911634" cy="436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D28277-2BA9-3BA6-A3EF-24F2FABBF62D}"/>
              </a:ext>
            </a:extLst>
          </p:cNvPr>
          <p:cNvSpPr txBox="1"/>
          <p:nvPr/>
        </p:nvSpPr>
        <p:spPr>
          <a:xfrm>
            <a:off x="130629" y="1134339"/>
            <a:ext cx="4953000" cy="258532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Galley – Config Validation &amp; Distribution</a:t>
            </a:r>
          </a:p>
          <a:p>
            <a:r>
              <a:rPr lang="en-IN" dirty="0"/>
              <a:t>1) Ingests Istio configuration (CRDs like </a:t>
            </a:r>
            <a:r>
              <a:rPr lang="en-IN" dirty="0" err="1"/>
              <a:t>VirtualService</a:t>
            </a:r>
            <a:r>
              <a:rPr lang="en-IN" dirty="0"/>
              <a:t>, </a:t>
            </a:r>
            <a:r>
              <a:rPr lang="en-IN" dirty="0" err="1"/>
              <a:t>DestinationRule</a:t>
            </a:r>
            <a:r>
              <a:rPr lang="en-IN" dirty="0"/>
              <a:t>).</a:t>
            </a:r>
          </a:p>
          <a:p>
            <a:pPr marL="342900" indent="-342900">
              <a:buAutoNum type="arabicParenR"/>
            </a:pPr>
            <a:endParaRPr lang="en-IN" dirty="0"/>
          </a:p>
          <a:p>
            <a:r>
              <a:rPr lang="en-IN" dirty="0"/>
              <a:t>2) Validates configurations against Istio schema before applying.</a:t>
            </a:r>
          </a:p>
          <a:p>
            <a:endParaRPr lang="en-IN" dirty="0"/>
          </a:p>
          <a:p>
            <a:r>
              <a:rPr lang="en-IN" dirty="0"/>
              <a:t>3) Ensures consistent, error-free configuration across the mesh.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491F38-E365-243C-C5B0-2937EA45AE07}"/>
              </a:ext>
            </a:extLst>
          </p:cNvPr>
          <p:cNvSpPr/>
          <p:nvPr/>
        </p:nvSpPr>
        <p:spPr>
          <a:xfrm>
            <a:off x="7678221" y="3113069"/>
            <a:ext cx="962346" cy="883577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217A387-3FCA-A34A-A00F-C8FF0C169AB0}"/>
              </a:ext>
            </a:extLst>
          </p:cNvPr>
          <p:cNvCxnSpPr>
            <a:cxnSpLocks/>
            <a:stCxn id="7" idx="0"/>
            <a:endCxn id="6" idx="3"/>
          </p:cNvCxnSpPr>
          <p:nvPr/>
        </p:nvCxnSpPr>
        <p:spPr>
          <a:xfrm flipH="1" flipV="1">
            <a:off x="5083629" y="2427001"/>
            <a:ext cx="3075765" cy="686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497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FB5B4-745B-7C53-1B97-1155E99B5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21AE-8632-37F7-8527-D69013675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405" y="-2718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Istio Old Architecture – Old But Still Critical</a:t>
            </a:r>
            <a:endParaRPr lang="en-IN" sz="3600" dirty="0"/>
          </a:p>
        </p:txBody>
      </p:sp>
      <p:pic>
        <p:nvPicPr>
          <p:cNvPr id="5124" name="Picture 4" descr="Istio Architecture :: Istio Service Mesh Workshop">
            <a:extLst>
              <a:ext uri="{FF2B5EF4-FFF2-40B4-BE49-F238E27FC236}">
                <a16:creationId xmlns:a16="http://schemas.microsoft.com/office/drawing/2014/main" id="{222E0AE7-7918-F216-5387-7B2D075674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366" y="2426999"/>
            <a:ext cx="6911634" cy="436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B6E3AE-9AA1-D205-C3E5-ECB73CD11C72}"/>
              </a:ext>
            </a:extLst>
          </p:cNvPr>
          <p:cNvSpPr txBox="1"/>
          <p:nvPr/>
        </p:nvSpPr>
        <p:spPr>
          <a:xfrm>
            <a:off x="130629" y="1134339"/>
            <a:ext cx="4953000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Mixer – Policy Enforcement &amp; Telemetry </a:t>
            </a:r>
            <a:r>
              <a:rPr lang="en-IN" b="1" i="1" dirty="0"/>
              <a:t>(Deprecated in newer Istio)</a:t>
            </a:r>
            <a:endParaRPr lang="en-IN" b="1" dirty="0"/>
          </a:p>
          <a:p>
            <a:r>
              <a:rPr lang="en-IN" dirty="0"/>
              <a:t>1) Enforced policies such as quotas, ACLs, and rate limits.</a:t>
            </a:r>
          </a:p>
          <a:p>
            <a:pPr marL="342900" indent="-342900">
              <a:buAutoNum type="arabicParenR"/>
            </a:pPr>
            <a:endParaRPr lang="en-IN" dirty="0"/>
          </a:p>
          <a:p>
            <a:r>
              <a:rPr lang="en-IN" dirty="0"/>
              <a:t>2) Collected telemetry data (metrics, logs, traces) from sidecars.</a:t>
            </a:r>
          </a:p>
          <a:p>
            <a:endParaRPr lang="en-IN" dirty="0"/>
          </a:p>
          <a:p>
            <a:r>
              <a:rPr lang="en-IN" dirty="0"/>
              <a:t>3) Sent telemetry to monitoring backends like Prometheus, Grafana, </a:t>
            </a:r>
            <a:r>
              <a:rPr lang="en-IN" dirty="0" err="1"/>
              <a:t>Stackdriver</a:t>
            </a:r>
            <a:r>
              <a:rPr lang="en-IN" dirty="0"/>
              <a:t>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B1EAD3-0F03-E2B4-1C56-9350B5B74599}"/>
              </a:ext>
            </a:extLst>
          </p:cNvPr>
          <p:cNvSpPr/>
          <p:nvPr/>
        </p:nvSpPr>
        <p:spPr>
          <a:xfrm>
            <a:off x="8736183" y="3184988"/>
            <a:ext cx="962346" cy="883577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5731D9-FA23-C8F9-FCD3-D0DE91AB91C6}"/>
              </a:ext>
            </a:extLst>
          </p:cNvPr>
          <p:cNvCxnSpPr>
            <a:cxnSpLocks/>
            <a:stCxn id="7" idx="0"/>
            <a:endCxn id="6" idx="3"/>
          </p:cNvCxnSpPr>
          <p:nvPr/>
        </p:nvCxnSpPr>
        <p:spPr>
          <a:xfrm flipH="1" flipV="1">
            <a:off x="5083629" y="2565500"/>
            <a:ext cx="4133727" cy="619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508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07CB4-3477-2B05-312F-68B49A53E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3A12B-25BC-32FB-78C6-DE1B89B4C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405" y="-2718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Istio Old Architecture – Old But Still Critical</a:t>
            </a:r>
            <a:endParaRPr lang="en-IN" sz="3600" dirty="0"/>
          </a:p>
        </p:txBody>
      </p:sp>
      <p:pic>
        <p:nvPicPr>
          <p:cNvPr id="5124" name="Picture 4" descr="Istio Architecture :: Istio Service Mesh Workshop">
            <a:extLst>
              <a:ext uri="{FF2B5EF4-FFF2-40B4-BE49-F238E27FC236}">
                <a16:creationId xmlns:a16="http://schemas.microsoft.com/office/drawing/2014/main" id="{F4835FC3-6BC2-5082-9889-E90AFE1DDB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919" y="2160242"/>
            <a:ext cx="6911634" cy="436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AF4DB9-247A-EBDF-D68F-1396040D7723}"/>
              </a:ext>
            </a:extLst>
          </p:cNvPr>
          <p:cNvSpPr txBox="1"/>
          <p:nvPr/>
        </p:nvSpPr>
        <p:spPr>
          <a:xfrm>
            <a:off x="5618832" y="1145301"/>
            <a:ext cx="4953000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Egress Controller</a:t>
            </a:r>
          </a:p>
          <a:p>
            <a:r>
              <a:rPr lang="en-US" dirty="0"/>
              <a:t>Manages outbound traffic leaving the mesh.</a:t>
            </a:r>
          </a:p>
          <a:p>
            <a:r>
              <a:rPr lang="en-US" dirty="0"/>
              <a:t>Enforces policies on external service calls.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348FE6-89CE-FD16-C54D-17A818A93132}"/>
              </a:ext>
            </a:extLst>
          </p:cNvPr>
          <p:cNvSpPr/>
          <p:nvPr/>
        </p:nvSpPr>
        <p:spPr>
          <a:xfrm>
            <a:off x="6096000" y="3458139"/>
            <a:ext cx="962346" cy="883577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2FB7B3-0DF3-D795-6D86-18F26D810D28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6577173" y="2068631"/>
            <a:ext cx="1518159" cy="1389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146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DF7A1-F959-296B-AA3C-F3DD872F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0BDFD-2F13-3CD8-6205-70F229700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405" y="-2718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Istio Old Architecture – Old But Still Critical</a:t>
            </a:r>
            <a:endParaRPr lang="en-IN" sz="3600" dirty="0"/>
          </a:p>
        </p:txBody>
      </p:sp>
      <p:pic>
        <p:nvPicPr>
          <p:cNvPr id="5124" name="Picture 4" descr="Istio Architecture :: Istio Service Mesh Workshop">
            <a:extLst>
              <a:ext uri="{FF2B5EF4-FFF2-40B4-BE49-F238E27FC236}">
                <a16:creationId xmlns:a16="http://schemas.microsoft.com/office/drawing/2014/main" id="{7689864A-F21E-9712-E888-5A83365322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178" y="2269660"/>
            <a:ext cx="6911634" cy="436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50067E-74F7-6F0D-3A2B-9ADD8AADCD01}"/>
              </a:ext>
            </a:extLst>
          </p:cNvPr>
          <p:cNvSpPr txBox="1"/>
          <p:nvPr/>
        </p:nvSpPr>
        <p:spPr>
          <a:xfrm>
            <a:off x="298807" y="1342113"/>
            <a:ext cx="4953000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Ingress Controller</a:t>
            </a:r>
          </a:p>
          <a:p>
            <a:r>
              <a:rPr lang="en-US" dirty="0"/>
              <a:t>Entry point for external traffic into the mesh.</a:t>
            </a:r>
          </a:p>
          <a:p>
            <a:r>
              <a:rPr lang="en-US" dirty="0"/>
              <a:t>Routes requests through Envoy to the correct internal service.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DF27D4-BB21-4134-0256-3533070B9C4D}"/>
              </a:ext>
            </a:extLst>
          </p:cNvPr>
          <p:cNvSpPr/>
          <p:nvPr/>
        </p:nvSpPr>
        <p:spPr>
          <a:xfrm>
            <a:off x="4770634" y="3567557"/>
            <a:ext cx="962346" cy="883577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BFA58A-9088-E0AD-E524-FA63C14C5361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H="1" flipV="1">
            <a:off x="2775307" y="2542442"/>
            <a:ext cx="2476500" cy="1025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387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6908-56B2-F6EF-A0A2-392710D7E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67F4-A7F5-2B60-1D5A-60E438C3F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405" y="-2718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Istio Old Architecture – Old But Still Critical</a:t>
            </a:r>
            <a:endParaRPr lang="en-IN" sz="3600" dirty="0"/>
          </a:p>
        </p:txBody>
      </p:sp>
      <p:pic>
        <p:nvPicPr>
          <p:cNvPr id="5124" name="Picture 4" descr="Istio Architecture :: Istio Service Mesh Workshop">
            <a:extLst>
              <a:ext uri="{FF2B5EF4-FFF2-40B4-BE49-F238E27FC236}">
                <a16:creationId xmlns:a16="http://schemas.microsoft.com/office/drawing/2014/main" id="{E2A385BE-0916-D0D3-6936-EB4C28D580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982" y="1499099"/>
            <a:ext cx="6911634" cy="436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EBD267-C238-E99A-5F59-0563C3E119C3}"/>
              </a:ext>
            </a:extLst>
          </p:cNvPr>
          <p:cNvSpPr txBox="1"/>
          <p:nvPr/>
        </p:nvSpPr>
        <p:spPr>
          <a:xfrm>
            <a:off x="142982" y="1499099"/>
            <a:ext cx="4367373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Data Plane – Service Pods with Envoy Sidecars</a:t>
            </a:r>
          </a:p>
          <a:p>
            <a:pPr marL="342900" indent="-342900">
              <a:buAutoNum type="arabicParenR"/>
            </a:pPr>
            <a:r>
              <a:rPr lang="en-IN" dirty="0"/>
              <a:t>Each service pod has an Envoy proxy sidecar.</a:t>
            </a:r>
          </a:p>
          <a:p>
            <a:pPr marL="342900" indent="-342900">
              <a:buAutoNum type="arabicParenR"/>
            </a:pPr>
            <a:endParaRPr lang="en-IN" dirty="0"/>
          </a:p>
          <a:p>
            <a:r>
              <a:rPr lang="en-IN" dirty="0"/>
              <a:t>2) Envoy handles service-to-service communication, </a:t>
            </a:r>
            <a:r>
              <a:rPr lang="en-IN" dirty="0" err="1"/>
              <a:t>mTLS</a:t>
            </a:r>
            <a:r>
              <a:rPr lang="en-IN" dirty="0"/>
              <a:t>, and telemetry.</a:t>
            </a:r>
          </a:p>
          <a:p>
            <a:endParaRPr lang="en-IN" dirty="0"/>
          </a:p>
          <a:p>
            <a:r>
              <a:rPr lang="en-IN" dirty="0"/>
              <a:t>3) Sidecars communicate with the control plane (Pilot, Citadel, etc.) for updates.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956B2E-8B71-7C35-D348-185AFB351BE6}"/>
              </a:ext>
            </a:extLst>
          </p:cNvPr>
          <p:cNvSpPr/>
          <p:nvPr/>
        </p:nvSpPr>
        <p:spPr>
          <a:xfrm>
            <a:off x="6027506" y="3820201"/>
            <a:ext cx="2873339" cy="1538700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219EF61-55E2-CCFF-F09D-74D91BC8484F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4510355" y="2802834"/>
            <a:ext cx="1517151" cy="1786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896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760DD-3C60-714B-50AB-9176CD776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AF7E7-FD09-F0AE-80DB-6536673B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405" y="-2718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Istio Old Architecture – Old But Still Critical</a:t>
            </a:r>
            <a:endParaRPr lang="en-IN" sz="3600" dirty="0"/>
          </a:p>
        </p:txBody>
      </p:sp>
      <p:pic>
        <p:nvPicPr>
          <p:cNvPr id="5124" name="Picture 4" descr="Istio Architecture :: Istio Service Mesh Workshop">
            <a:extLst>
              <a:ext uri="{FF2B5EF4-FFF2-40B4-BE49-F238E27FC236}">
                <a16:creationId xmlns:a16="http://schemas.microsoft.com/office/drawing/2014/main" id="{15216254-49DA-510F-B812-6FE61633B4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379179"/>
            <a:ext cx="6911634" cy="436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8371CE-F62A-6E01-017F-D6CAEF65989A}"/>
              </a:ext>
            </a:extLst>
          </p:cNvPr>
          <p:cNvSpPr txBox="1"/>
          <p:nvPr/>
        </p:nvSpPr>
        <p:spPr>
          <a:xfrm>
            <a:off x="1453640" y="747739"/>
            <a:ext cx="9038690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Dashboards &amp; Observability</a:t>
            </a:r>
          </a:p>
          <a:p>
            <a:r>
              <a:rPr lang="en-US" b="1" dirty="0"/>
              <a:t>1) Monitoring</a:t>
            </a:r>
            <a:r>
              <a:rPr lang="en-US" dirty="0"/>
              <a:t>: Tracks health, latency, throughput.</a:t>
            </a:r>
          </a:p>
          <a:p>
            <a:r>
              <a:rPr lang="en-US" b="1" dirty="0"/>
              <a:t>2) Tracing</a:t>
            </a:r>
            <a:r>
              <a:rPr lang="en-US" dirty="0"/>
              <a:t>: End-to-end request tracing (Jaeger, Zipkin).</a:t>
            </a:r>
          </a:p>
          <a:p>
            <a:r>
              <a:rPr lang="en-US" b="1" dirty="0"/>
              <a:t>3) Observability</a:t>
            </a:r>
            <a:r>
              <a:rPr lang="en-US" dirty="0"/>
              <a:t>: Logs, metrics, and distributed traces.</a:t>
            </a:r>
          </a:p>
          <a:p>
            <a:r>
              <a:rPr lang="en-US" b="1" dirty="0"/>
              <a:t>4) Service Graph</a:t>
            </a:r>
            <a:r>
              <a:rPr lang="en-US" dirty="0"/>
              <a:t>: Visual topology of service interactions.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3A17F8-D2DA-8C13-0D83-AD0ECF02A6D7}"/>
              </a:ext>
            </a:extLst>
          </p:cNvPr>
          <p:cNvSpPr/>
          <p:nvPr/>
        </p:nvSpPr>
        <p:spPr>
          <a:xfrm rot="5400000">
            <a:off x="7442809" y="3977634"/>
            <a:ext cx="3378912" cy="1599845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A549C3-9A9E-5261-F7E8-08D7C46FAA3C}"/>
              </a:ext>
            </a:extLst>
          </p:cNvPr>
          <p:cNvCxnSpPr>
            <a:cxnSpLocks/>
            <a:stCxn id="7" idx="2"/>
            <a:endCxn id="6" idx="2"/>
          </p:cNvCxnSpPr>
          <p:nvPr/>
        </p:nvCxnSpPr>
        <p:spPr>
          <a:xfrm flipH="1" flipV="1">
            <a:off x="5972985" y="2225067"/>
            <a:ext cx="3159280" cy="863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111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03FFC-E18F-3112-45FF-3C2D7CC6C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85" y="-135618"/>
            <a:ext cx="12483957" cy="1325563"/>
          </a:xfrm>
        </p:spPr>
        <p:txBody>
          <a:bodyPr/>
          <a:lstStyle/>
          <a:p>
            <a:r>
              <a:rPr lang="en-US" dirty="0"/>
              <a:t>Istio New Architecture – An Inspiration from the Past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028290-43DF-E267-5D73-7AA3345816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6360058" y="2208945"/>
            <a:ext cx="5698378" cy="320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664DEE-A66A-1828-C9D6-1DF733709A94}"/>
              </a:ext>
            </a:extLst>
          </p:cNvPr>
          <p:cNvSpPr txBox="1"/>
          <p:nvPr/>
        </p:nvSpPr>
        <p:spPr>
          <a:xfrm>
            <a:off x="133564" y="1193347"/>
            <a:ext cx="6368142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What changed (at a glance)</a:t>
            </a:r>
          </a:p>
          <a:p>
            <a:endParaRPr lang="en-IN" b="1" dirty="0"/>
          </a:p>
          <a:p>
            <a:r>
              <a:rPr lang="en-IN" b="1" dirty="0"/>
              <a:t>Then (≤1.4): </a:t>
            </a:r>
            <a:r>
              <a:rPr lang="en-IN" dirty="0"/>
              <a:t>Many control-plane pods — Pilot (traffic), Citadel (certs), Galley (config), Mixer (policy/telemetry).</a:t>
            </a:r>
          </a:p>
          <a:p>
            <a:endParaRPr lang="en-IN" dirty="0"/>
          </a:p>
          <a:p>
            <a:r>
              <a:rPr lang="en-IN" b="1" dirty="0"/>
              <a:t>Now (1.5+): </a:t>
            </a:r>
            <a:r>
              <a:rPr lang="en-IN" dirty="0"/>
              <a:t>One control-plane binary: </a:t>
            </a:r>
            <a:r>
              <a:rPr lang="en-IN" dirty="0" err="1"/>
              <a:t>istiod</a:t>
            </a:r>
            <a:r>
              <a:rPr lang="en-IN" dirty="0"/>
              <a:t>. Mixer removed; policy/telemetry handled by Envoy filters (“telemetry v2”).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5AD9A7-A78F-2AE0-2204-178FDE787314}"/>
              </a:ext>
            </a:extLst>
          </p:cNvPr>
          <p:cNvSpPr txBox="1"/>
          <p:nvPr/>
        </p:nvSpPr>
        <p:spPr>
          <a:xfrm>
            <a:off x="133564" y="3811614"/>
            <a:ext cx="6368142" cy="258532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One-line mapping (old → new)</a:t>
            </a:r>
          </a:p>
          <a:p>
            <a:r>
              <a:rPr lang="en-IN" b="1" dirty="0"/>
              <a:t>Pilot → </a:t>
            </a:r>
            <a:r>
              <a:rPr lang="en-IN" b="1" dirty="0" err="1"/>
              <a:t>istiod</a:t>
            </a:r>
            <a:r>
              <a:rPr lang="en-IN" b="1" dirty="0"/>
              <a:t>: </a:t>
            </a:r>
            <a:r>
              <a:rPr lang="en-IN" dirty="0"/>
              <a:t>service discovery + </a:t>
            </a:r>
            <a:r>
              <a:rPr lang="en-IN" dirty="0" err="1"/>
              <a:t>xDS</a:t>
            </a:r>
            <a:r>
              <a:rPr lang="en-IN" dirty="0"/>
              <a:t> config pushes.</a:t>
            </a:r>
          </a:p>
          <a:p>
            <a:endParaRPr lang="en-IN" dirty="0"/>
          </a:p>
          <a:p>
            <a:r>
              <a:rPr lang="en-IN" b="1" dirty="0"/>
              <a:t>Citadel → </a:t>
            </a:r>
            <a:r>
              <a:rPr lang="en-IN" b="1" dirty="0" err="1"/>
              <a:t>istiod</a:t>
            </a:r>
            <a:r>
              <a:rPr lang="en-IN" b="1" dirty="0"/>
              <a:t>: </a:t>
            </a:r>
            <a:r>
              <a:rPr lang="en-IN" dirty="0"/>
              <a:t>CA; issues/rotates workload certs via SDS.</a:t>
            </a:r>
          </a:p>
          <a:p>
            <a:endParaRPr lang="en-IN" dirty="0"/>
          </a:p>
          <a:p>
            <a:r>
              <a:rPr lang="en-IN" b="1" dirty="0"/>
              <a:t>Galley → </a:t>
            </a:r>
            <a:r>
              <a:rPr lang="en-IN" b="1" dirty="0" err="1"/>
              <a:t>istiod</a:t>
            </a:r>
            <a:r>
              <a:rPr lang="en-IN" b="1" dirty="0"/>
              <a:t>: </a:t>
            </a:r>
            <a:r>
              <a:rPr lang="en-IN" dirty="0"/>
              <a:t>config validation/ingestion for Istio CRDs.</a:t>
            </a:r>
          </a:p>
          <a:p>
            <a:endParaRPr lang="en-IN" dirty="0"/>
          </a:p>
          <a:p>
            <a:r>
              <a:rPr lang="en-IN" b="1" dirty="0"/>
              <a:t>Mixer → (removed): </a:t>
            </a:r>
            <a:r>
              <a:rPr lang="en-IN" dirty="0"/>
              <a:t>replaced by native Envoy extensions + direct export to Prometheus/</a:t>
            </a:r>
            <a:r>
              <a:rPr lang="en-IN" dirty="0" err="1"/>
              <a:t>OTel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3974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870</Words>
  <Application>Microsoft Office PowerPoint</Application>
  <PresentationFormat>Widescreen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barlow</vt:lpstr>
      <vt:lpstr>inherit</vt:lpstr>
      <vt:lpstr>Office Theme</vt:lpstr>
      <vt:lpstr>Istio Service Mesh on AKS</vt:lpstr>
      <vt:lpstr>🔍Consider a Scenario…..</vt:lpstr>
      <vt:lpstr>Why Do you need Istio?</vt:lpstr>
      <vt:lpstr>Istio Architecture</vt:lpstr>
      <vt:lpstr>Istio Old Architecture – Old But Still Critical</vt:lpstr>
      <vt:lpstr>Istio Old Architecture – Old But Still Critical</vt:lpstr>
      <vt:lpstr>Istio Old Architecture – Old But Still Critical</vt:lpstr>
      <vt:lpstr>Istio Old Architecture – Old But Still Critical</vt:lpstr>
      <vt:lpstr>Istio Old Architecture – Old But Still Critical</vt:lpstr>
      <vt:lpstr>Istio Old Architecture – Old But Still Critical</vt:lpstr>
      <vt:lpstr>Istio Old Architecture – Old But Still Critical</vt:lpstr>
      <vt:lpstr>Istio Old Architecture – Old But Still Critical</vt:lpstr>
      <vt:lpstr>Istio New Architecture – An Inspiration from the Past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2025-08-13T13:43:40Z</dcterms:created>
  <dcterms:modified xsi:type="dcterms:W3CDTF">2025-08-13T16:57:41Z</dcterms:modified>
</cp:coreProperties>
</file>