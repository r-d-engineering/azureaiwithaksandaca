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E267DD-A54E-4190-A407-94A041323126}" v="1" dt="2025-07-19T11:03:10.9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ljot bakshi" userId="e18f591f5991c12c" providerId="LiveId" clId="{D5E267DD-A54E-4190-A407-94A041323126}"/>
    <pc:docChg chg="undo custSel modSld">
      <pc:chgData name="kuljot bakshi" userId="e18f591f5991c12c" providerId="LiveId" clId="{D5E267DD-A54E-4190-A407-94A041323126}" dt="2025-07-19T11:04:09.436" v="49" actId="26606"/>
      <pc:docMkLst>
        <pc:docMk/>
      </pc:docMkLst>
      <pc:sldChg chg="addSp delSp modSp mod setBg">
        <pc:chgData name="kuljot bakshi" userId="e18f591f5991c12c" providerId="LiveId" clId="{D5E267DD-A54E-4190-A407-94A041323126}" dt="2025-07-19T11:04:09.436" v="49" actId="26606"/>
        <pc:sldMkLst>
          <pc:docMk/>
          <pc:sldMk cId="127010682" sldId="256"/>
        </pc:sldMkLst>
        <pc:spChg chg="mod">
          <ac:chgData name="kuljot bakshi" userId="e18f591f5991c12c" providerId="LiveId" clId="{D5E267DD-A54E-4190-A407-94A041323126}" dt="2025-07-19T11:04:09.436" v="49" actId="26606"/>
          <ac:spMkLst>
            <pc:docMk/>
            <pc:sldMk cId="127010682" sldId="256"/>
            <ac:spMk id="2" creationId="{38D0D3F9-0D4F-13FC-D319-0285341B079A}"/>
          </ac:spMkLst>
        </pc:spChg>
        <pc:spChg chg="add del">
          <ac:chgData name="kuljot bakshi" userId="e18f591f5991c12c" providerId="LiveId" clId="{D5E267DD-A54E-4190-A407-94A041323126}" dt="2025-07-19T11:04:09.436" v="49" actId="26606"/>
          <ac:spMkLst>
            <pc:docMk/>
            <pc:sldMk cId="127010682" sldId="256"/>
            <ac:spMk id="1031" creationId="{91DC6ABD-215C-4EA8-A483-CEF5B99AB385}"/>
          </ac:spMkLst>
        </pc:spChg>
        <pc:spChg chg="add del">
          <ac:chgData name="kuljot bakshi" userId="e18f591f5991c12c" providerId="LiveId" clId="{D5E267DD-A54E-4190-A407-94A041323126}" dt="2025-07-19T11:04:09.436" v="49" actId="26606"/>
          <ac:spMkLst>
            <pc:docMk/>
            <pc:sldMk cId="127010682" sldId="256"/>
            <ac:spMk id="1037" creationId="{04357C93-F0CB-4A1C-8F77-4E9063789819}"/>
          </ac:spMkLst>
        </pc:spChg>
        <pc:spChg chg="add">
          <ac:chgData name="kuljot bakshi" userId="e18f591f5991c12c" providerId="LiveId" clId="{D5E267DD-A54E-4190-A407-94A041323126}" dt="2025-07-19T11:04:09.436" v="49" actId="26606"/>
          <ac:spMkLst>
            <pc:docMk/>
            <pc:sldMk cId="127010682" sldId="256"/>
            <ac:spMk id="1042" creationId="{4845A0EE-C4C8-4AE1-B3C6-1261368AC036}"/>
          </ac:spMkLst>
        </pc:spChg>
        <pc:grpChg chg="add del">
          <ac:chgData name="kuljot bakshi" userId="e18f591f5991c12c" providerId="LiveId" clId="{D5E267DD-A54E-4190-A407-94A041323126}" dt="2025-07-19T11:04:09.436" v="49" actId="26606"/>
          <ac:grpSpMkLst>
            <pc:docMk/>
            <pc:sldMk cId="127010682" sldId="256"/>
            <ac:grpSpMk id="1033" creationId="{3AF6A671-C637-4547-85F4-51B6D1881399}"/>
          </ac:grpSpMkLst>
        </pc:grpChg>
        <pc:picChg chg="add mod">
          <ac:chgData name="kuljot bakshi" userId="e18f591f5991c12c" providerId="LiveId" clId="{D5E267DD-A54E-4190-A407-94A041323126}" dt="2025-07-19T11:04:09.436" v="49" actId="26606"/>
          <ac:picMkLst>
            <pc:docMk/>
            <pc:sldMk cId="127010682" sldId="256"/>
            <ac:picMk id="1026" creationId="{7FFB0CAA-1CB1-D67F-BE7C-642AC53CF8D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B97B2-A484-C965-9E7E-9BD92F7F0B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9F8090-A65B-92FB-FE78-7DFEB853FD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1383D-181E-E3B6-65CE-928600375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B41C2-8EF7-484F-AC80-99801D89436F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F021F0-EDD6-8863-47D5-3E42F70A9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5D658-F5B9-94E8-282F-44C38F90A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E41F5-52FD-4319-A5E4-6DA68C39B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429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4C2B1-6B8B-2F76-AA05-F745F6C0F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122A1-BF2D-0B79-3285-708396326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A65C3-4C43-D342-2C9E-7B76860E5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B41C2-8EF7-484F-AC80-99801D89436F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879A9-B580-605A-B3A6-36C5D88AC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FE173-D743-CA3F-4058-3E9E44114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E41F5-52FD-4319-A5E4-6DA68C39B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757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85E9E-F12F-2EE1-63BF-DFB3E9837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E4729D-2B9B-1D0F-0FA6-FB34C24EC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B9A73-06DF-F8D7-82FE-5AE256C23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B41C2-8EF7-484F-AC80-99801D89436F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940FC-875A-483C-BCA5-A30217940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1ED9E-BCD8-97F5-C786-FCA3307B8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E41F5-52FD-4319-A5E4-6DA68C39B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3741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7247E-7DB9-A51F-2417-C4848EDD3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8DFBD-C951-E8EF-2ED9-94C76107D4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EA2298-821F-E0E3-71A9-836A27DB1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7A768E-622F-D1DD-08E2-8FC8A1C74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B41C2-8EF7-484F-AC80-99801D89436F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B68EAE-4467-C53A-CEA7-564442CAA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004151-D67E-0BF8-219C-9C9E191F8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E41F5-52FD-4319-A5E4-6DA68C39B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8809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19432-247B-647F-369F-B820AC24E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6DA94-E53A-D7DC-D165-F0D56ABF5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93B3EF-3A68-E861-B899-31B02B8A1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CD4CAB-095F-BCE3-B6D4-040C9A3BBD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2A36A4-002D-0562-6032-1AB51ECE2F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AD368B-9723-8CD3-CEF0-05EA8D9D3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B41C2-8EF7-484F-AC80-99801D89436F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D1A320-42DE-319E-C0CE-1F62A156D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0640B6-1C19-B46D-5942-92AEB2D68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E41F5-52FD-4319-A5E4-6DA68C39B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1101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7132F-F26F-3DB1-FFA6-F54837CEF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02513D-2EF6-0700-5CAC-46F10CE53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B41C2-8EF7-484F-AC80-99801D89436F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EDA24B-4E94-01E1-25A5-EB6308EFF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4D6B8-E7C9-CF37-85E4-832D7226A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E41F5-52FD-4319-A5E4-6DA68C39B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5638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3DAA65-4FB4-C7C6-B654-F7212BB65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B41C2-8EF7-484F-AC80-99801D89436F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D923B5-40E5-578D-CC04-29110ACC9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3572E8-18BB-B459-12D6-C8822E752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E41F5-52FD-4319-A5E4-6DA68C39B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362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E07D3-3719-BAA3-6C17-CA06003D5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7B69B-E059-7941-526B-8D59216F6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72D8D1-D474-5F3C-8052-F0FA758B62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D04EDE-D8EB-ACB7-0A4B-0F2954BE9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B41C2-8EF7-484F-AC80-99801D89436F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59B011-6F6C-F949-7083-A8FDAB83C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32A1DD-455C-D53E-F07F-A6C9537EC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E41F5-52FD-4319-A5E4-6DA68C39B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2694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337DF-B52C-10FB-C7FA-524FFE03F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947411-E82E-AAEC-2359-AC10B1CA51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DDD701-0334-3843-93C5-26EAD0737A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57005-9ABE-D471-B616-D34C8B377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B41C2-8EF7-484F-AC80-99801D89436F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148F25-F5BA-5850-8D4F-1F91B49B3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7B2CB0-ADA2-15C7-4664-7E6AD8BB6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E41F5-52FD-4319-A5E4-6DA68C39B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018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31D2D-D3CB-2650-E202-ED80166B2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790482-60DC-1328-5697-5D7579EAF0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A146E-42CA-16CE-98D0-E38EDC1BD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B41C2-8EF7-484F-AC80-99801D89436F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AFC7C-6D8C-6BD5-69B6-BDEFA4F03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BF534-63AE-2A99-09EC-84658CADE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E41F5-52FD-4319-A5E4-6DA68C39B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8323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962152-66B4-0DF7-851C-C4CDA8CC9E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7551D7-592C-2148-DA78-904E1DD093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C29C4-0297-8031-2546-B2E030111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B41C2-8EF7-484F-AC80-99801D89436F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84A53-568E-E9AD-7E35-3A458E507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E80F4-07A7-4F04-0122-09499667C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E41F5-52FD-4319-A5E4-6DA68C39B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771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1EB24F-C219-E736-8158-CAAFAB4C2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A1BE7E-478A-1B56-007B-70D76E8E2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D96D1-1703-B652-12F8-37E3C9A84A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EB41C2-8EF7-484F-AC80-99801D89436F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B3853-1C7D-3AF0-5183-69D1289663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C9093-4591-4330-7C9B-392D6B618A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7E41F5-52FD-4319-A5E4-6DA68C39BC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8992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Rectangle 1041">
            <a:extLst>
              <a:ext uri="{FF2B5EF4-FFF2-40B4-BE49-F238E27FC236}">
                <a16:creationId xmlns:a16="http://schemas.microsoft.com/office/drawing/2014/main" id="{4845A0EE-C4C8-4AE1-B3C6-1261368AC0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68548" cy="6858000"/>
          </a:xfrm>
          <a:prstGeom prst="rect">
            <a:avLst/>
          </a:prstGeom>
          <a:solidFill>
            <a:srgbClr val="8862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D0D3F9-0D4F-13FC-D319-0285341B07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629" y="640080"/>
            <a:ext cx="4225290" cy="557881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Introduction to Kubernetes (K8S)</a:t>
            </a:r>
            <a:br>
              <a:rPr lang="en-US" sz="4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And</a:t>
            </a:r>
            <a:br>
              <a:rPr lang="en-US" sz="4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Azure Kubernetes Service</a:t>
            </a:r>
            <a:br>
              <a:rPr lang="en-US" sz="4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(AKS)</a:t>
            </a:r>
          </a:p>
        </p:txBody>
      </p:sp>
      <p:pic>
        <p:nvPicPr>
          <p:cNvPr id="1026" name="Picture 2" descr="Getting started with Azure Kubernetes Service (AKS) | Rafay">
            <a:extLst>
              <a:ext uri="{FF2B5EF4-FFF2-40B4-BE49-F238E27FC236}">
                <a16:creationId xmlns:a16="http://schemas.microsoft.com/office/drawing/2014/main" id="{7FFB0CAA-1CB1-D67F-BE7C-642AC53CF8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0" y="2003201"/>
            <a:ext cx="5459470" cy="2852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010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C2BAD-3FE0-22F6-686D-1465C7E92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99954"/>
            <a:ext cx="10515600" cy="1325563"/>
          </a:xfrm>
        </p:spPr>
        <p:txBody>
          <a:bodyPr/>
          <a:lstStyle/>
          <a:p>
            <a:r>
              <a:rPr lang="en-US" dirty="0"/>
              <a:t>Just a Quick Recap…..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603E6C-D436-0314-BE22-0C2C2B7F33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877348"/>
            <a:ext cx="10319535" cy="5809277"/>
          </a:xfrm>
        </p:spPr>
      </p:pic>
    </p:spTree>
    <p:extLst>
      <p:ext uri="{BB962C8B-B14F-4D97-AF65-F5344CB8AC3E}">
        <p14:creationId xmlns:p14="http://schemas.microsoft.com/office/powerpoint/2010/main" val="3704386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78C5E7-E43E-4FCE-B27E-7CBBF2A29B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4973" y="277402"/>
            <a:ext cx="10852022" cy="6123398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B70226-DFA3-E781-58C9-5170D8093A62}"/>
              </a:ext>
            </a:extLst>
          </p:cNvPr>
          <p:cNvSpPr txBox="1"/>
          <p:nvPr/>
        </p:nvSpPr>
        <p:spPr>
          <a:xfrm>
            <a:off x="775005" y="1941816"/>
            <a:ext cx="19520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highlight>
                  <a:srgbClr val="FFFF00"/>
                </a:highlight>
              </a:rPr>
              <a:t>Containers</a:t>
            </a:r>
            <a:endParaRPr lang="en-IN" sz="20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704ED1-FDE4-A097-C41E-141332ED08B5}"/>
              </a:ext>
            </a:extLst>
          </p:cNvPr>
          <p:cNvSpPr txBox="1"/>
          <p:nvPr/>
        </p:nvSpPr>
        <p:spPr>
          <a:xfrm>
            <a:off x="1184258" y="3429000"/>
            <a:ext cx="19520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highlight>
                  <a:srgbClr val="FFFF00"/>
                </a:highlight>
              </a:rPr>
              <a:t>Containers</a:t>
            </a:r>
            <a:endParaRPr lang="en-IN" sz="20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D49D64-460D-D124-71DE-FCF55C43AC18}"/>
              </a:ext>
            </a:extLst>
          </p:cNvPr>
          <p:cNvSpPr txBox="1"/>
          <p:nvPr/>
        </p:nvSpPr>
        <p:spPr>
          <a:xfrm>
            <a:off x="775005" y="4914900"/>
            <a:ext cx="19520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highlight>
                  <a:srgbClr val="FFFF00"/>
                </a:highlight>
              </a:rPr>
              <a:t>Kubernetes</a:t>
            </a:r>
            <a:endParaRPr lang="en-IN" sz="20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13859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120AA4-3F38-6D1D-0FD8-DAF8BB0EF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103" y="0"/>
            <a:ext cx="91877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887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2402B-0978-D10D-2446-DFC02C639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703" y="-25132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K8S = Container Orchestration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7ABB2B-371B-D10C-6EB2-0F6EA490DE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8314" y="948865"/>
            <a:ext cx="10055371" cy="5662555"/>
          </a:xfrm>
        </p:spPr>
      </p:pic>
    </p:spTree>
    <p:extLst>
      <p:ext uri="{BB962C8B-B14F-4D97-AF65-F5344CB8AC3E}">
        <p14:creationId xmlns:p14="http://schemas.microsoft.com/office/powerpoint/2010/main" val="4231206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B6C871-9950-59C9-0A53-1D71A565C7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5247" y="102742"/>
            <a:ext cx="11241505" cy="6298058"/>
          </a:xfrm>
        </p:spPr>
      </p:pic>
    </p:spTree>
    <p:extLst>
      <p:ext uri="{BB962C8B-B14F-4D97-AF65-F5344CB8AC3E}">
        <p14:creationId xmlns:p14="http://schemas.microsoft.com/office/powerpoint/2010/main" val="4180970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16504-0FA6-652E-CED1-E1A0A4EFD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274" y="-287676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The K8S Architecture…</a:t>
            </a:r>
            <a:endParaRPr lang="en-IN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61D1B38A-7473-30AB-7253-7C228C5F4A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1274" y="804299"/>
            <a:ext cx="10675816" cy="5981782"/>
          </a:xfrm>
        </p:spPr>
      </p:pic>
    </p:spTree>
    <p:extLst>
      <p:ext uri="{BB962C8B-B14F-4D97-AF65-F5344CB8AC3E}">
        <p14:creationId xmlns:p14="http://schemas.microsoft.com/office/powerpoint/2010/main" val="3022546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4C53C-7EA6-11A4-9803-434AAD10C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731" y="-210228"/>
            <a:ext cx="10515600" cy="1325563"/>
          </a:xfrm>
        </p:spPr>
        <p:txBody>
          <a:bodyPr/>
          <a:lstStyle/>
          <a:p>
            <a:r>
              <a:rPr lang="en-US" dirty="0"/>
              <a:t>How Managed K8S on Azure Works……</a:t>
            </a:r>
            <a:endParaRPr lang="en-IN" dirty="0"/>
          </a:p>
        </p:txBody>
      </p:sp>
      <p:pic>
        <p:nvPicPr>
          <p:cNvPr id="3074" name="Picture 2" descr="AKS overview graphic">
            <a:extLst>
              <a:ext uri="{FF2B5EF4-FFF2-40B4-BE49-F238E27FC236}">
                <a16:creationId xmlns:a16="http://schemas.microsoft.com/office/drawing/2014/main" id="{6655C7F9-203B-9199-641D-CEA5BBBC4B1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414" y="1462927"/>
            <a:ext cx="7103801" cy="4722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76479B4-0E2A-204E-4DAD-9D03DD0A0C77}"/>
              </a:ext>
            </a:extLst>
          </p:cNvPr>
          <p:cNvSpPr txBox="1"/>
          <p:nvPr/>
        </p:nvSpPr>
        <p:spPr>
          <a:xfrm>
            <a:off x="7925729" y="1177951"/>
            <a:ext cx="3941853" cy="120032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/>
              <a:t>When you create an AKS cluster, Azure automatically creates and configures a control plane for you at no cost.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94F761-2854-FD70-864D-9E1062E1795F}"/>
              </a:ext>
            </a:extLst>
          </p:cNvPr>
          <p:cNvSpPr txBox="1"/>
          <p:nvPr/>
        </p:nvSpPr>
        <p:spPr>
          <a:xfrm>
            <a:off x="7706975" y="3065874"/>
            <a:ext cx="4379359" cy="120032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The Azure platform manages the AKS control plane, which is responsible for the Kubernetes objects and worker nodes that you deploy to run your applications.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47CA60-596E-C369-2076-F0CB4EB3980E}"/>
              </a:ext>
            </a:extLst>
          </p:cNvPr>
          <p:cNvSpPr txBox="1"/>
          <p:nvPr/>
        </p:nvSpPr>
        <p:spPr>
          <a:xfrm>
            <a:off x="7788700" y="5016413"/>
            <a:ext cx="4215907" cy="120032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/>
              <a:t>Azure takes care of critical operations like health monitoring and maintenance, and you only pay for the AKS nodes that run your applications.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8693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2DC6C-69C1-9CAE-7926-C7761310C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-282147"/>
            <a:ext cx="10515600" cy="1325563"/>
          </a:xfrm>
        </p:spPr>
        <p:txBody>
          <a:bodyPr/>
          <a:lstStyle/>
          <a:p>
            <a:r>
              <a:rPr lang="en-US" dirty="0"/>
              <a:t>Another Visual to Understand a bit Better…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EBD7B5-20E9-0560-496E-8213A41408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9976" y="1043416"/>
            <a:ext cx="9932047" cy="5633102"/>
          </a:xfrm>
        </p:spPr>
      </p:pic>
    </p:spTree>
    <p:extLst>
      <p:ext uri="{BB962C8B-B14F-4D97-AF65-F5344CB8AC3E}">
        <p14:creationId xmlns:p14="http://schemas.microsoft.com/office/powerpoint/2010/main" val="289004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43B9A-44F7-9838-7938-775D76C3A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1661" y="-158857"/>
            <a:ext cx="7762010" cy="1325563"/>
          </a:xfrm>
        </p:spPr>
        <p:txBody>
          <a:bodyPr/>
          <a:lstStyle/>
          <a:p>
            <a:r>
              <a:rPr lang="en-US" dirty="0"/>
              <a:t>My Work v/s Microsoft’s Work…..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430EBC-AFA1-543D-79EC-36EC3D6E8A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6318" y="890385"/>
            <a:ext cx="10459093" cy="5863307"/>
          </a:xfrm>
        </p:spPr>
      </p:pic>
    </p:spTree>
    <p:extLst>
      <p:ext uri="{BB962C8B-B14F-4D97-AF65-F5344CB8AC3E}">
        <p14:creationId xmlns:p14="http://schemas.microsoft.com/office/powerpoint/2010/main" val="3649106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1861CA-43E8-68AF-6AE0-9755FAA002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0274" y="259920"/>
            <a:ext cx="11337770" cy="6338160"/>
          </a:xfrm>
        </p:spPr>
      </p:pic>
    </p:spTree>
    <p:extLst>
      <p:ext uri="{BB962C8B-B14F-4D97-AF65-F5344CB8AC3E}">
        <p14:creationId xmlns:p14="http://schemas.microsoft.com/office/powerpoint/2010/main" val="9732435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1E986E-9E2B-4DA1-7E07-12F3D2DBD5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822" y="64213"/>
            <a:ext cx="12004356" cy="6729573"/>
          </a:xfrm>
        </p:spPr>
      </p:pic>
    </p:spTree>
    <p:extLst>
      <p:ext uri="{BB962C8B-B14F-4D97-AF65-F5344CB8AC3E}">
        <p14:creationId xmlns:p14="http://schemas.microsoft.com/office/powerpoint/2010/main" val="2357430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128</Words>
  <Application>Microsoft Office PowerPoint</Application>
  <PresentationFormat>Widescreen</PresentationFormat>
  <Paragraphs>13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Introduction to Kubernetes (K8S) And Azure Kubernetes Service (AKS)</vt:lpstr>
      <vt:lpstr>Just a Quick Recap…..</vt:lpstr>
      <vt:lpstr>PowerPoint Presentation</vt:lpstr>
      <vt:lpstr>PowerPoint Presentation</vt:lpstr>
      <vt:lpstr>K8S = Container Orchestration</vt:lpstr>
      <vt:lpstr>PowerPoint Presentation</vt:lpstr>
      <vt:lpstr>The K8S Architecture…</vt:lpstr>
      <vt:lpstr>How Managed K8S on Azure Works……</vt:lpstr>
      <vt:lpstr>Another Visual to Understand a bit Better…</vt:lpstr>
      <vt:lpstr>My Work v/s Microsoft’s Work…..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kuljot bakshi</dc:creator>
  <cp:lastModifiedBy>kuljot bakshi</cp:lastModifiedBy>
  <cp:revision>1</cp:revision>
  <dcterms:created xsi:type="dcterms:W3CDTF">2025-07-07T07:24:30Z</dcterms:created>
  <dcterms:modified xsi:type="dcterms:W3CDTF">2025-07-19T11:04:11Z</dcterms:modified>
</cp:coreProperties>
</file>