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7A9E9-514C-5138-8318-651C788FB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B526F-73EE-C518-DD06-7F0F806E0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76BA-7A16-549F-03F9-28B8E8F0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AB94C-2CA5-EB39-408B-22F92409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D4C2B-8E8F-F2ED-39FE-5EF2D6C3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5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DE55-BFD3-4D79-7E6D-EA55CA7C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FD36-E0FA-796B-8566-19FCA74B9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1B990-25A8-9C01-D367-3D14CC3A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FA12-B72B-EE57-A925-7FF6DAFE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927F2-7701-9DE0-5BC1-4F9F6B87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453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5FB-137D-9F5D-EEEA-4D545792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ECD44-6BCE-4E6A-FFC0-A37F0D733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F650-18B5-D73E-B922-C8498FE0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9F301-55B1-3463-FE4A-4D520A3F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8DE84-FC4A-0762-298D-F47744EB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499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B027-C448-8446-76D6-A8010BF6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BEFC0-AF82-5A1C-8798-7BDB67B9C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1A1F4-A326-9C9A-93B3-A4A7B7A95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099CC-FBC9-5234-6E5B-5A9D0CD6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5161F-728E-ABC9-DC5F-0FD03E133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281C2-C009-274E-C2C3-61B369BC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56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96D4-19F4-5C26-7323-F035B272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ADB07-2270-D705-6E45-72D903ACC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859FA-F6E4-58EF-038A-4032D31A6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1A882-3294-B5A6-33E9-1C46047A4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B7EE05-7F6B-4049-B9C3-66DAC9FB1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E3886-D5B2-61B6-7DE0-72461235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3307A-6AD4-DBB7-AF99-FA072FAD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40C020-1DD5-E315-76EF-44C4DECD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22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73D6E-C5BE-3CC1-443E-D8EE32833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A920E1-F30D-60EC-CD97-44EA574FA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95F7A-E37D-6080-3698-917AFC2B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D948-E235-E67C-37AA-C3024F4D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8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48CB2-9FAC-3E36-9BDB-37240036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9B346-0F0C-E7D5-EDEC-8DD5BE94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0045B-67D8-AF3B-95F4-B1016501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3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D54E-DAC4-7A8C-E9F7-B1DB01E8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192F-673E-6092-F597-E15F5B52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319A2-92FC-E5F8-DED3-B50560110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E0823-CF1A-824F-4B3A-C55F089B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8A0F2-3BA1-BFDA-A626-32CB2C83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D7240-BCF2-251A-BFEC-4D92B1F6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01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7C36A-D357-F6E7-12C4-5444A26F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BAB7A-B720-DD3A-6549-84007F353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13C4-D6A1-94C3-3DBD-59A3182A6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8D6A1-96A6-F2C3-5AB2-D0215CEC0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45E5F-36D1-C760-84EC-9CC69396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E886C-26EE-7E71-2DDA-2505F92E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52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AA66-9C19-E849-2342-25844764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2BBED-2C28-7F52-15E9-25EE3E9CF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04321-940F-D5C3-DEDF-2E4F2E55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51B39-365C-F33C-EBC2-833F5899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09863-238D-A35D-3BF5-C6FB1FDE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25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62042-A82F-095A-C164-D18B93418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BBAC9-DDC8-86B7-BC8C-2E36A87A0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A3E67-0216-59C3-3E39-7988972F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C63D-F530-4055-8249-D2FECB5E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1DAE8-F4A6-D966-E511-FC5F6A61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746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A0694-017C-8284-87EA-15F9E408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E8F0E-3A53-BAF6-BD06-61A29FE76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148CD-52D7-61A3-CF4D-7C01361C2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AC486-88AB-46A3-BAE5-A3B15B91784D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E9CD9-3B55-A0FC-F5EB-01FE801BF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2A50-97D6-EA8C-FFB6-13CBD8D11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EB345-02FF-458B-92BC-C600F85D0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130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2C06-B14F-69DD-B6BA-38F3F78D5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629" y="0"/>
            <a:ext cx="9144000" cy="2387600"/>
          </a:xfrm>
        </p:spPr>
        <p:txBody>
          <a:bodyPr/>
          <a:lstStyle/>
          <a:p>
            <a:r>
              <a:rPr lang="en-US" dirty="0"/>
              <a:t>K8S Workload Objects</a:t>
            </a:r>
            <a:endParaRPr lang="en-IN" dirty="0"/>
          </a:p>
        </p:txBody>
      </p:sp>
      <p:pic>
        <p:nvPicPr>
          <p:cNvPr id="1026" name="Picture 2" descr="Azure AKS Observability and Performance Management with ...">
            <a:extLst>
              <a:ext uri="{FF2B5EF4-FFF2-40B4-BE49-F238E27FC236}">
                <a16:creationId xmlns:a16="http://schemas.microsoft.com/office/drawing/2014/main" id="{F17DD739-A5C3-4F82-9DD9-F72C73FD5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61" y="2167391"/>
            <a:ext cx="5163336" cy="389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8228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6E8A-89B3-3BC7-663C-DD708D35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Scenario…….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DC413-3CDC-733E-98F3-5C554ED96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392"/>
            <a:ext cx="6097712" cy="5698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Imagine you’re planning a trip with some friends. Which type of car would you choose ?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4A636A-9B12-66B5-4441-320346E6550E}"/>
              </a:ext>
            </a:extLst>
          </p:cNvPr>
          <p:cNvSpPr txBox="1"/>
          <p:nvPr/>
        </p:nvSpPr>
        <p:spPr>
          <a:xfrm>
            <a:off x="5769796" y="2519914"/>
            <a:ext cx="6097712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I know you have a soft spot for sports cars -just like me-, so you might immediately think of beasts like BMW, Audi, or Mercedes.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E50D5-64E8-11B6-1B43-43F85E9B5AFA}"/>
              </a:ext>
            </a:extLst>
          </p:cNvPr>
          <p:cNvSpPr txBox="1"/>
          <p:nvPr/>
        </p:nvSpPr>
        <p:spPr>
          <a:xfrm>
            <a:off x="735458" y="3723257"/>
            <a:ext cx="6097712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But what if I told you the trip is through the Sahara desert? Suddenly, even the top-tier sedan rocket, like the BMW M5 CS — my dream car, by the way — would be the worst choice imaginable.</a:t>
            </a:r>
            <a:endParaRPr lang="en-I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8C7E0C-E2A6-6924-E773-E6463246C5BC}"/>
              </a:ext>
            </a:extLst>
          </p:cNvPr>
          <p:cNvSpPr txBox="1"/>
          <p:nvPr/>
        </p:nvSpPr>
        <p:spPr>
          <a:xfrm>
            <a:off x="5576298" y="5178848"/>
            <a:ext cx="6097712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The correct answer to this question is, “It depends!” It depends on the location, distance, weather, and many other factors.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4462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animBg="1"/>
      <p:bldP spid="13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6E305-9AA4-89D2-82A8-2D4CC028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Similarly…..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EE186-2BDC-F054-B7C2-94ED5FEA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654" y="1557321"/>
            <a:ext cx="7144820" cy="141073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Similarly, when deploying applications on Kubernetes, the choice of workload resource matters. Should you use </a:t>
            </a:r>
            <a:r>
              <a:rPr lang="en-US" sz="2000" b="1" dirty="0"/>
              <a:t>Deployment</a:t>
            </a:r>
            <a:r>
              <a:rPr lang="en-US" sz="2000" dirty="0"/>
              <a:t>, </a:t>
            </a:r>
            <a:r>
              <a:rPr lang="en-US" sz="2000" b="1" dirty="0" err="1"/>
              <a:t>StatefulSet</a:t>
            </a:r>
            <a:r>
              <a:rPr lang="en-US" sz="2000" dirty="0"/>
              <a:t>, </a:t>
            </a:r>
            <a:r>
              <a:rPr lang="en-US" sz="2000" b="1" dirty="0" err="1"/>
              <a:t>DaemonSet</a:t>
            </a:r>
            <a:r>
              <a:rPr lang="en-US" sz="2000" dirty="0"/>
              <a:t>, or perhaps a simple </a:t>
            </a:r>
            <a:r>
              <a:rPr lang="en-US" sz="2000" b="1" dirty="0"/>
              <a:t>Job</a:t>
            </a:r>
            <a:r>
              <a:rPr lang="en-US" sz="2000" dirty="0"/>
              <a:t> or </a:t>
            </a:r>
            <a:r>
              <a:rPr lang="en-US" sz="2000" b="1" dirty="0" err="1"/>
              <a:t>CronJob</a:t>
            </a:r>
            <a:r>
              <a:rPr lang="en-US" sz="2000" dirty="0"/>
              <a:t>?</a:t>
            </a:r>
            <a:endParaRPr lang="en-IN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4E6D87F-5C3F-92CC-1E92-42D498822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586" y="2758395"/>
            <a:ext cx="4781414" cy="232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029653-3B9A-FBB5-A3D7-38E644412380}"/>
              </a:ext>
            </a:extLst>
          </p:cNvPr>
          <p:cNvSpPr txBox="1">
            <a:spLocks/>
          </p:cNvSpPr>
          <p:nvPr/>
        </p:nvSpPr>
        <p:spPr>
          <a:xfrm>
            <a:off x="180654" y="5085350"/>
            <a:ext cx="7144820" cy="141073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Kubernetes Workload Objects </a:t>
            </a:r>
            <a:r>
              <a:rPr lang="en-US" sz="2000" dirty="0"/>
              <a:t>manage the way your application (containers) are deployed in the pods. Some applications need to be </a:t>
            </a:r>
            <a:r>
              <a:rPr lang="en-US" sz="2000" b="1" dirty="0"/>
              <a:t>stateful</a:t>
            </a:r>
            <a:r>
              <a:rPr lang="en-US" sz="2000" dirty="0"/>
              <a:t>, some </a:t>
            </a:r>
            <a:r>
              <a:rPr lang="en-US" sz="2000" b="1" dirty="0"/>
              <a:t>stateless </a:t>
            </a:r>
            <a:r>
              <a:rPr lang="en-US" sz="2000" dirty="0"/>
              <a:t>while others need to only run for a </a:t>
            </a:r>
            <a:r>
              <a:rPr lang="en-US" sz="2000" b="1" dirty="0"/>
              <a:t>short period</a:t>
            </a:r>
            <a:r>
              <a:rPr lang="en-US" sz="2000" dirty="0"/>
              <a:t> of time and that too only on let’s say every fortnight owing to some </a:t>
            </a:r>
            <a:r>
              <a:rPr lang="en-US" sz="2000" b="1" dirty="0"/>
              <a:t>business workflow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41169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ay 27 Kubernetes Worklods Deployment,Jobs,CronJobs,etc">
            <a:extLst>
              <a:ext uri="{FF2B5EF4-FFF2-40B4-BE49-F238E27FC236}">
                <a16:creationId xmlns:a16="http://schemas.microsoft.com/office/drawing/2014/main" id="{242F21C5-6989-5478-5146-88872CF319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772" y="855515"/>
            <a:ext cx="9132988" cy="589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88E712-37CC-4AE4-EA7B-6FCBB04943D2}"/>
              </a:ext>
            </a:extLst>
          </p:cNvPr>
          <p:cNvSpPr txBox="1"/>
          <p:nvPr/>
        </p:nvSpPr>
        <p:spPr>
          <a:xfrm>
            <a:off x="2181262" y="0"/>
            <a:ext cx="8125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Main Areas of Focus!</a:t>
            </a:r>
            <a:endParaRPr lang="en-IN" sz="4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47FFEF-E50C-86A4-5371-57AEA73ADEA9}"/>
              </a:ext>
            </a:extLst>
          </p:cNvPr>
          <p:cNvSpPr/>
          <p:nvPr/>
        </p:nvSpPr>
        <p:spPr>
          <a:xfrm>
            <a:off x="4232953" y="2969231"/>
            <a:ext cx="945222" cy="61645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479E90-D0E7-157F-B740-D7A5FDF536D6}"/>
              </a:ext>
            </a:extLst>
          </p:cNvPr>
          <p:cNvSpPr/>
          <p:nvPr/>
        </p:nvSpPr>
        <p:spPr>
          <a:xfrm>
            <a:off x="5885380" y="1724346"/>
            <a:ext cx="945222" cy="61645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4F7F95-D83F-3CDC-9B80-6D216B6F675C}"/>
              </a:ext>
            </a:extLst>
          </p:cNvPr>
          <p:cNvSpPr/>
          <p:nvPr/>
        </p:nvSpPr>
        <p:spPr>
          <a:xfrm>
            <a:off x="5885380" y="2901402"/>
            <a:ext cx="945222" cy="61645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81C297E-06C0-03FA-9870-D5C0E7840523}"/>
              </a:ext>
            </a:extLst>
          </p:cNvPr>
          <p:cNvSpPr/>
          <p:nvPr/>
        </p:nvSpPr>
        <p:spPr>
          <a:xfrm>
            <a:off x="7646356" y="2936172"/>
            <a:ext cx="945222" cy="61645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6F2F8A-2243-B743-BBB4-4D9E0FD11167}"/>
              </a:ext>
            </a:extLst>
          </p:cNvPr>
          <p:cNvSpPr/>
          <p:nvPr/>
        </p:nvSpPr>
        <p:spPr>
          <a:xfrm>
            <a:off x="7568444" y="1692754"/>
            <a:ext cx="945222" cy="61645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5E1988-DC6A-B32E-7728-19C2866E93E9}"/>
              </a:ext>
            </a:extLst>
          </p:cNvPr>
          <p:cNvSpPr/>
          <p:nvPr/>
        </p:nvSpPr>
        <p:spPr>
          <a:xfrm>
            <a:off x="9298783" y="2874527"/>
            <a:ext cx="945222" cy="61645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36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53FE-0DE1-6740-B4A6-991B34CC3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46" y="169916"/>
            <a:ext cx="10515600" cy="1325563"/>
          </a:xfrm>
        </p:spPr>
        <p:txBody>
          <a:bodyPr/>
          <a:lstStyle/>
          <a:p>
            <a:r>
              <a:rPr lang="en-US" dirty="0"/>
              <a:t>Kubernetes Deployment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16649D4-36C2-8B1B-9F7F-3DAF9A95F6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75" y="1495479"/>
            <a:ext cx="719512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6BCB6-739D-0379-32B8-E4803C36F174}"/>
              </a:ext>
            </a:extLst>
          </p:cNvPr>
          <p:cNvSpPr txBox="1"/>
          <p:nvPr/>
        </p:nvSpPr>
        <p:spPr>
          <a:xfrm>
            <a:off x="125108" y="1495479"/>
            <a:ext cx="4518811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Kubernetes Deployments is like your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daily driving car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, this is the workload resource you’ll interact with the most as a developer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4DED2A-9494-EE02-F8A3-9774E289D759}"/>
              </a:ext>
            </a:extLst>
          </p:cNvPr>
          <p:cNvSpPr txBox="1"/>
          <p:nvPr/>
        </p:nvSpPr>
        <p:spPr>
          <a:xfrm>
            <a:off x="125108" y="3605872"/>
            <a:ext cx="4518811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These are the si</a:t>
            </a:r>
            <a:r>
              <a:rPr lang="en-US" sz="2400" dirty="0">
                <a:solidFill>
                  <a:srgbClr val="242424"/>
                </a:solidFill>
                <a:latin typeface="source-serif-pro"/>
              </a:rPr>
              <a:t>mplest Kubernetes workload objects and are primarily used for applications that are </a:t>
            </a:r>
            <a:r>
              <a:rPr lang="en-US" sz="2400" b="1" dirty="0">
                <a:solidFill>
                  <a:srgbClr val="242424"/>
                </a:solidFill>
                <a:latin typeface="source-serif-pro"/>
              </a:rPr>
              <a:t>stateless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31730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8F5E-1D57-E402-4FE4-69E09A5E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40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Example of a “Deployment”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0E865E-2A4C-F115-688E-159545B4D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811" y="870889"/>
            <a:ext cx="7284377" cy="5893462"/>
          </a:xfrm>
        </p:spPr>
      </p:pic>
    </p:spTree>
    <p:extLst>
      <p:ext uri="{BB962C8B-B14F-4D97-AF65-F5344CB8AC3E}">
        <p14:creationId xmlns:p14="http://schemas.microsoft.com/office/powerpoint/2010/main" val="117398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4920-26DB-4652-F711-DA3E5B23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36" y="159642"/>
            <a:ext cx="10515600" cy="1325563"/>
          </a:xfrm>
        </p:spPr>
        <p:txBody>
          <a:bodyPr/>
          <a:lstStyle/>
          <a:p>
            <a:r>
              <a:rPr lang="en-US" dirty="0" err="1"/>
              <a:t>StatefulSets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EFE8AA9-A1FF-5439-FB17-92ED8B28EE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655" y="1318480"/>
            <a:ext cx="5714345" cy="524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0C8040-88B5-29BA-19B3-CBD268022CBA}"/>
              </a:ext>
            </a:extLst>
          </p:cNvPr>
          <p:cNvSpPr txBox="1"/>
          <p:nvPr/>
        </p:nvSpPr>
        <p:spPr>
          <a:xfrm>
            <a:off x="125108" y="1495479"/>
            <a:ext cx="4518811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Kubernetes </a:t>
            </a:r>
            <a:r>
              <a:rPr lang="en-US" sz="2400" b="1" i="0" dirty="0" err="1">
                <a:solidFill>
                  <a:srgbClr val="242424"/>
                </a:solidFill>
                <a:effectLst/>
                <a:latin typeface="source-serif-pro"/>
              </a:rPr>
              <a:t>StatefulSets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are a level above Deployments. If Deployment is a simple Honda Sedan then 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source-serif-pro"/>
              </a:rPr>
              <a:t>StatefulSet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is your glamorous but highly complicated “G-Wagon”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E0D84-EC5A-C481-F58A-8918E3F5B9FA}"/>
              </a:ext>
            </a:extLst>
          </p:cNvPr>
          <p:cNvSpPr txBox="1"/>
          <p:nvPr/>
        </p:nvSpPr>
        <p:spPr>
          <a:xfrm>
            <a:off x="125108" y="4123951"/>
            <a:ext cx="4518811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rgbClr val="242424"/>
                </a:solidFill>
                <a:effectLst/>
                <a:latin typeface="source-serif-pro"/>
              </a:rPr>
              <a:t>StatefulSets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are primarily used for “Stateful” applications and workloads. Their power lies in the way that they bind to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PVC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(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persistent Volume Claims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) to provide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data storage 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and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persistence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30164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ED3FF-CF80-6EF6-9801-0CB873571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1" y="-179405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StatefulSet</a:t>
            </a:r>
            <a:r>
              <a:rPr lang="en-US" dirty="0"/>
              <a:t> 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91565-AD22-02B4-0FA4-0E6B23B0E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6458" y="798395"/>
            <a:ext cx="5659083" cy="5964194"/>
          </a:xfrm>
        </p:spPr>
      </p:pic>
    </p:spTree>
    <p:extLst>
      <p:ext uri="{BB962C8B-B14F-4D97-AF65-F5344CB8AC3E}">
        <p14:creationId xmlns:p14="http://schemas.microsoft.com/office/powerpoint/2010/main" val="163776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8C1E-8C2C-CA25-5025-43EA3D09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err="1"/>
              <a:t>DaemonSet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6803FCF-D3BF-9C31-4B73-A56D6EA9D9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512" y="2403183"/>
            <a:ext cx="6551488" cy="3681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F8ECAA-430D-DD56-DA10-922133FF4964}"/>
              </a:ext>
            </a:extLst>
          </p:cNvPr>
          <p:cNvSpPr txBox="1"/>
          <p:nvPr/>
        </p:nvSpPr>
        <p:spPr>
          <a:xfrm>
            <a:off x="125108" y="1249021"/>
            <a:ext cx="4518811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Think of a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taxi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— a type of car you’d want available in every location or environment where it’s needed. Similarly, a </a:t>
            </a:r>
            <a:r>
              <a:rPr lang="en-US" sz="2400" b="1" i="0" dirty="0" err="1">
                <a:solidFill>
                  <a:srgbClr val="242424"/>
                </a:solidFill>
                <a:effectLst/>
                <a:latin typeface="source-serif-pro"/>
              </a:rPr>
              <a:t>DaemonSet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ensures that all (or some) nodes run a copy of a pod.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A351C-8E61-C250-0422-FD5ACEA1687F}"/>
              </a:ext>
            </a:extLst>
          </p:cNvPr>
          <p:cNvSpPr txBox="1"/>
          <p:nvPr/>
        </p:nvSpPr>
        <p:spPr>
          <a:xfrm>
            <a:off x="125107" y="4052154"/>
            <a:ext cx="4518811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 </a:t>
            </a:r>
            <a:r>
              <a:rPr lang="en-US" sz="2400" b="1" i="0" dirty="0" err="1">
                <a:solidFill>
                  <a:srgbClr val="242424"/>
                </a:solidFill>
                <a:effectLst/>
                <a:latin typeface="source-serif-pro"/>
              </a:rPr>
              <a:t>DaemonSet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 ensures that a particular process runs on every node (based on the configuration). The name “</a:t>
            </a:r>
            <a:r>
              <a:rPr lang="en-US" sz="2400" b="0" i="0" dirty="0" err="1">
                <a:solidFill>
                  <a:srgbClr val="242424"/>
                </a:solidFill>
                <a:effectLst/>
                <a:latin typeface="source-serif-pro"/>
              </a:rPr>
              <a:t>DaemonSet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” is derived from the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Unix daemon process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, which runs continuously in the background.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425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275B9-B558-C4A8-F574-EE7A4BB0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79" y="-148583"/>
            <a:ext cx="11333251" cy="1325563"/>
          </a:xfrm>
        </p:spPr>
        <p:txBody>
          <a:bodyPr/>
          <a:lstStyle/>
          <a:p>
            <a:r>
              <a:rPr lang="en-US" dirty="0"/>
              <a:t>Prometheus Exporters – </a:t>
            </a:r>
            <a:r>
              <a:rPr lang="en-US" dirty="0" err="1"/>
              <a:t>DaemonSet</a:t>
            </a:r>
            <a:r>
              <a:rPr lang="en-US" dirty="0"/>
              <a:t> use-Case</a:t>
            </a: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3CCBD02-0CA5-D3B9-6C51-6A7353920A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704" y="971468"/>
            <a:ext cx="8278487" cy="573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36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209B-E287-D762-F05F-D32C1EF1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8583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DaemonSet</a:t>
            </a:r>
            <a:r>
              <a:rPr lang="en-US" dirty="0"/>
              <a:t> 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0453AF-68DE-CAF1-AE16-C6B09DCBA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9884" y="933886"/>
            <a:ext cx="9150702" cy="5438286"/>
          </a:xfrm>
        </p:spPr>
      </p:pic>
    </p:spTree>
    <p:extLst>
      <p:ext uri="{BB962C8B-B14F-4D97-AF65-F5344CB8AC3E}">
        <p14:creationId xmlns:p14="http://schemas.microsoft.com/office/powerpoint/2010/main" val="86909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78F2-F7EA-529E-C115-E90EF032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88" y="-169131"/>
            <a:ext cx="10515600" cy="1325563"/>
          </a:xfrm>
        </p:spPr>
        <p:txBody>
          <a:bodyPr/>
          <a:lstStyle/>
          <a:p>
            <a:r>
              <a:rPr lang="en-US" dirty="0"/>
              <a:t>Job/</a:t>
            </a:r>
            <a:r>
              <a:rPr lang="en-US" dirty="0" err="1"/>
              <a:t>CronJob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01E1D-47EC-2C1B-ADE6-A498A508B713}"/>
              </a:ext>
            </a:extLst>
          </p:cNvPr>
          <p:cNvSpPr txBox="1"/>
          <p:nvPr/>
        </p:nvSpPr>
        <p:spPr>
          <a:xfrm>
            <a:off x="258672" y="1567520"/>
            <a:ext cx="4518811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Imagine you’ve reached the Sahara Desert and have a destination nestled between the mountains that you’d like to explore. Renting a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Cross Quad bike 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would be the perfect solution for this journey. 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7B134-B28C-F2A2-EFA0-CC6A9A8C1309}"/>
              </a:ext>
            </a:extLst>
          </p:cNvPr>
          <p:cNvSpPr txBox="1"/>
          <p:nvPr/>
        </p:nvSpPr>
        <p:spPr>
          <a:xfrm>
            <a:off x="258672" y="4690315"/>
            <a:ext cx="4518811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Similarly, a Kubernetes Job enables you to launch 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short-term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, ephemeral processes</a:t>
            </a:r>
            <a:endParaRPr lang="en-IN" sz="2400" dirty="0"/>
          </a:p>
        </p:txBody>
      </p:sp>
      <p:pic>
        <p:nvPicPr>
          <p:cNvPr id="8194" name="Picture 2" descr="Leveraging Kubernetes CronJobs for automated backups of a headless Ghost  blog to AWS S3">
            <a:extLst>
              <a:ext uri="{FF2B5EF4-FFF2-40B4-BE49-F238E27FC236}">
                <a16:creationId xmlns:a16="http://schemas.microsoft.com/office/drawing/2014/main" id="{D6062F81-ADC1-4A05-2812-A76FA95B6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229" y="1011326"/>
            <a:ext cx="6647099" cy="516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78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32B9E-0D13-C254-20F1-4566BF528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302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CronJob</a:t>
            </a:r>
            <a:r>
              <a:rPr lang="en-US" dirty="0"/>
              <a:t> 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5A8378-D144-8794-671E-9245E86A4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624" y="1886449"/>
            <a:ext cx="9678751" cy="4229690"/>
          </a:xfrm>
        </p:spPr>
      </p:pic>
    </p:spTree>
    <p:extLst>
      <p:ext uri="{BB962C8B-B14F-4D97-AF65-F5344CB8AC3E}">
        <p14:creationId xmlns:p14="http://schemas.microsoft.com/office/powerpoint/2010/main" val="60503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462</Words>
  <Application>Microsoft Office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source-serif-pro</vt:lpstr>
      <vt:lpstr>Office Theme</vt:lpstr>
      <vt:lpstr>K8S Workload Objects</vt:lpstr>
      <vt:lpstr>Consider a Scenario…….</vt:lpstr>
      <vt:lpstr>Similarly…..</vt:lpstr>
      <vt:lpstr>PowerPoint Presentation</vt:lpstr>
      <vt:lpstr>Kubernetes Deployment</vt:lpstr>
      <vt:lpstr>Example of a “Deployment”</vt:lpstr>
      <vt:lpstr>StatefulSets</vt:lpstr>
      <vt:lpstr>StatefulSet Example</vt:lpstr>
      <vt:lpstr>DaemonSet</vt:lpstr>
      <vt:lpstr>Prometheus Exporters – DaemonSet use-Case</vt:lpstr>
      <vt:lpstr>DaemonSet Example</vt:lpstr>
      <vt:lpstr>Job/CronJob</vt:lpstr>
      <vt:lpstr>CronJob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2025-07-19T15:49:06Z</dcterms:created>
  <dcterms:modified xsi:type="dcterms:W3CDTF">2025-07-19T16:15:39Z</dcterms:modified>
</cp:coreProperties>
</file>