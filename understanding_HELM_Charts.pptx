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0D750-4145-305C-8DA5-8F2410D34F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668CE-C123-1069-FD93-E19A4957C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6020C-B2F1-6DA5-4F2B-64082F67E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4C02C-2F3C-1786-0FFF-52F9B9C1E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C3A3F-4DDC-C23B-5EE9-14F0AF781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6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DB579-3C7F-F706-26D3-E092A454E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135A8-4407-F86B-BA80-8A5BF3458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8FA85-7DB6-8C2F-B711-C7200C925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BBC82-AACC-02AB-0F2C-4E07D38E5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6BAE6-67B3-9548-8198-A2C03C6EB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64968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FEB9F-3024-1F87-B07F-F49FAD719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5F0859-B341-525D-975E-6302707D40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6D27-001B-7DF6-4994-7843D36B2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7B6B3E-40C0-7A96-B07E-FCF35DCB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A6699-F03A-B239-8EDB-A2EB4129E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1872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A9F7A-57B8-4E04-8094-03502D8CA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A1461-4DB8-B3F6-5199-EDD1329BDA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A46D36-E3CB-9EA1-4939-AEE3B40D02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418C11-774E-14EA-4887-426CF3ACF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71F19-342C-C9BD-EA01-310C2017D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C4453F-DDAD-01BB-733A-D2DCC441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909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6976-058D-09A1-EDEC-F1AA4C161B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C5FF0-5FBB-F9E3-8F4F-9ED18B83ED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25AF1D-69EB-3D5F-4E7F-895C86675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3BF33E-C20F-A2F1-D561-3E5C327280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F1E1D3-7C9E-1EA6-8856-E40DFA01E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F57E0-E596-76F4-18B5-777E8681C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448817-4189-169C-2ACE-4A111C1F3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430869-36F4-A100-AD17-8C29C231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7447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D4E14-B143-FFC1-C459-5574F1713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946A6A-7AE8-FF41-BF0C-987706DDA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CFB681-18A9-A3A8-18F9-BC1DE601D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7A62AD-8187-2FC3-87E2-3E03BF0F4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477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AA0DFD-AF08-C89A-5E07-D2929B60C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746E71-44A3-08B2-2017-2FFAD350A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987C9E-632B-E474-76D4-7D281363D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099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C8D7-2F5D-F791-A3EC-62FBE6CF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FDFBC-3F41-1F6B-6FCA-779451BBE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6E25D6-9976-421C-BC43-9E040AF1AA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E25D97-4975-DA45-0FA1-E42DB6C59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67E57-BFBC-7128-DD11-9020286F1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BD38F9-37BB-C37D-CE34-9346B8312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1027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0F5A5-D487-CE1A-15A1-0066A0482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CD02E1-FD40-6C96-1848-0C6FC1DAFB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1B1A4C-3846-AF13-2385-A86CCF98C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AAC823-642D-B842-0A14-AC91ED79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26740F-1ED2-98FB-BCB8-C137DF5FD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D976-F3B8-94CA-33E5-5E265AABE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203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BFCB-A096-4E3E-C463-FD9F0BAF2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733373-8666-2085-34D9-9A7E9E456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32EFA-1690-8535-D0EC-B7034075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F9333-AD6D-C5EE-5D70-FE112552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3994F-DC80-4BE3-EB4D-1AE3FB4C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980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5483A1-9D9E-2EAE-9C9F-14E0327ED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71188-E357-E526-69E7-7D8B2377CD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7DF4DE-535F-F689-99DB-9000D502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6C43BB-8F9D-66C3-861D-F4C22E41B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F1C68-EAA2-D23A-5C56-612E5B486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7056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FAFCB9-4DFF-D383-0038-B9492AFCD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111A8-6A6B-1D73-F8BD-3FCB92F11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BC1FC-E6D7-228E-B0E7-80DBA86D5C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0BE634-8C22-40C6-9439-306025BF8A36}" type="datetimeFigureOut">
              <a:rPr lang="en-IN" smtClean="0"/>
              <a:t>23-07-2025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C6815D-A4AD-17D6-6864-C44E4E23AC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0F3D15-CD79-1E82-FA71-B0FED50C4A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2CAFF-68A7-419B-B26B-E54D204D666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2248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1258-0F95-E7CC-B612-FE458F99F6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8381"/>
            <a:ext cx="9144000" cy="2387600"/>
          </a:xfrm>
        </p:spPr>
        <p:txBody>
          <a:bodyPr/>
          <a:lstStyle/>
          <a:p>
            <a:r>
              <a:rPr lang="en-US" dirty="0"/>
              <a:t>Understanding Helm Charts</a:t>
            </a:r>
            <a:endParaRPr lang="en-IN" dirty="0"/>
          </a:p>
        </p:txBody>
      </p:sp>
      <p:pic>
        <p:nvPicPr>
          <p:cNvPr id="1026" name="Picture 2" descr="Helm Charts — Quick Tips for Kick Starts — OpsInsights">
            <a:extLst>
              <a:ext uri="{FF2B5EF4-FFF2-40B4-BE49-F238E27FC236}">
                <a16:creationId xmlns:a16="http://schemas.microsoft.com/office/drawing/2014/main" id="{AC4FE1B6-D870-A0B8-B9CA-C927DBB62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2941" y="3429000"/>
            <a:ext cx="4131175" cy="2478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8336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82CC-73A7-9CDF-C7A9-9DA5A479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8271"/>
            <a:ext cx="10515600" cy="1325563"/>
          </a:xfrm>
        </p:spPr>
        <p:txBody>
          <a:bodyPr/>
          <a:lstStyle/>
          <a:p>
            <a:r>
              <a:rPr lang="en-IN" dirty="0"/>
              <a:t>🔮 </a:t>
            </a:r>
            <a:r>
              <a:rPr lang="en-IN" b="1" dirty="0"/>
              <a:t>Imagine a scenario</a:t>
            </a:r>
            <a:r>
              <a:rPr lang="en-IN" dirty="0"/>
              <a:t>: You're building a scalable AI platform</a:t>
            </a:r>
          </a:p>
        </p:txBody>
      </p:sp>
      <p:pic>
        <p:nvPicPr>
          <p:cNvPr id="2050" name="Picture 2" descr="Helm Tutorials: What is Helm &amp; How it works? - DevOpsSchool.com">
            <a:extLst>
              <a:ext uri="{FF2B5EF4-FFF2-40B4-BE49-F238E27FC236}">
                <a16:creationId xmlns:a16="http://schemas.microsoft.com/office/drawing/2014/main" id="{6AA15F26-0DF2-EB74-1939-AA6FABDC36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531" y="1433834"/>
            <a:ext cx="5644881" cy="337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A098DC8-DA58-6131-8747-FEFAE6C955BE}"/>
              </a:ext>
            </a:extLst>
          </p:cNvPr>
          <p:cNvSpPr txBox="1"/>
          <p:nvPr/>
        </p:nvSpPr>
        <p:spPr>
          <a:xfrm>
            <a:off x="324819" y="1640409"/>
            <a:ext cx="6097712" cy="230832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You work for a startup called </a:t>
            </a:r>
            <a:r>
              <a:rPr lang="en-IN" b="1" dirty="0" err="1"/>
              <a:t>NeuroStack</a:t>
            </a:r>
            <a:r>
              <a:rPr lang="en-IN" dirty="0"/>
              <a:t>, which delivers AI-powered document understanding services. Your platform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model inference API</a:t>
            </a:r>
            <a:r>
              <a:rPr lang="en-IN" dirty="0"/>
              <a:t> (e.g., </a:t>
            </a:r>
            <a:r>
              <a:rPr lang="en-IN" dirty="0" err="1"/>
              <a:t>FastAPI</a:t>
            </a:r>
            <a:r>
              <a:rPr lang="en-IN" dirty="0"/>
              <a:t> + </a:t>
            </a:r>
            <a:r>
              <a:rPr lang="en-IN" dirty="0" err="1"/>
              <a:t>PyTorch</a:t>
            </a:r>
            <a:r>
              <a:rPr lang="en-IN" dirty="0"/>
              <a:t> model)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Redis cache</a:t>
            </a:r>
            <a:r>
              <a:rPr lang="en-IN" dirty="0"/>
              <a:t> to store intermediate outputs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PostgreSQL DB</a:t>
            </a:r>
            <a:r>
              <a:rPr lang="en-IN" dirty="0"/>
              <a:t> for user metadata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/>
              <a:t>frontend dashboard</a:t>
            </a:r>
            <a:r>
              <a:rPr lang="en-IN" dirty="0"/>
              <a:t> (React)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/>
              <a:t>A </a:t>
            </a:r>
            <a:r>
              <a:rPr lang="en-IN" b="1" dirty="0" err="1"/>
              <a:t>prometheus</a:t>
            </a:r>
            <a:r>
              <a:rPr lang="en-IN" b="1" dirty="0"/>
              <a:t> + </a:t>
            </a:r>
            <a:r>
              <a:rPr lang="en-IN" b="1" dirty="0" err="1"/>
              <a:t>grafana</a:t>
            </a:r>
            <a:r>
              <a:rPr lang="en-IN" dirty="0"/>
              <a:t> stack for monitoring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D4F803-5694-BAF0-68C1-8B9442056BF0}"/>
              </a:ext>
            </a:extLst>
          </p:cNvPr>
          <p:cNvSpPr txBox="1"/>
          <p:nvPr/>
        </p:nvSpPr>
        <p:spPr>
          <a:xfrm>
            <a:off x="324819" y="4503444"/>
            <a:ext cx="6097712" cy="2031325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You're deploying this system in a Kubernetes cluster — and managing everything with </a:t>
            </a:r>
            <a:r>
              <a:rPr lang="en-US" b="1" dirty="0"/>
              <a:t>raw YAML is getting painful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 many files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Too hard to configure for </a:t>
            </a:r>
            <a:r>
              <a:rPr lang="en-US" b="1" dirty="0"/>
              <a:t>different environments </a:t>
            </a:r>
            <a:r>
              <a:rPr lang="en-US" dirty="0"/>
              <a:t>(dev, staging, prod)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Difficult to </a:t>
            </a:r>
            <a:r>
              <a:rPr lang="en-US" b="1" dirty="0"/>
              <a:t>onboard new team members or automate deployments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A2BC3C-8265-8675-1E93-8C89B683106F}"/>
              </a:ext>
            </a:extLst>
          </p:cNvPr>
          <p:cNvSpPr txBox="1"/>
          <p:nvPr/>
        </p:nvSpPr>
        <p:spPr>
          <a:xfrm>
            <a:off x="6905619" y="5334440"/>
            <a:ext cx="4961562" cy="120032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🚀 Enter Helm Charts</a:t>
            </a:r>
          </a:p>
          <a:p>
            <a:pPr>
              <a:buNone/>
            </a:pPr>
            <a:r>
              <a:rPr lang="en-US" dirty="0"/>
              <a:t>Instead of hundreds of YAML files, you only create a </a:t>
            </a:r>
            <a:r>
              <a:rPr lang="en-US" b="1" dirty="0"/>
              <a:t>Helm chart</a:t>
            </a:r>
            <a:r>
              <a:rPr lang="en-US" dirty="0"/>
              <a:t> for your AI workload that deploys everything at the </a:t>
            </a:r>
            <a:r>
              <a:rPr lang="en-US" b="1" dirty="0"/>
              <a:t>hit of a “button”.</a:t>
            </a:r>
          </a:p>
        </p:txBody>
      </p:sp>
    </p:spTree>
    <p:extLst>
      <p:ext uri="{BB962C8B-B14F-4D97-AF65-F5344CB8AC3E}">
        <p14:creationId xmlns:p14="http://schemas.microsoft.com/office/powerpoint/2010/main" val="3217440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4BD3-9313-F1B5-6E3F-FA505032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4" y="-1335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 Deeper Look at Helm</a:t>
            </a:r>
            <a:endParaRPr lang="en-IN" dirty="0"/>
          </a:p>
        </p:txBody>
      </p:sp>
      <p:pic>
        <p:nvPicPr>
          <p:cNvPr id="3074" name="Picture 2" descr="What is Helm? A complete guide | CircleCI">
            <a:extLst>
              <a:ext uri="{FF2B5EF4-FFF2-40B4-BE49-F238E27FC236}">
                <a16:creationId xmlns:a16="http://schemas.microsoft.com/office/drawing/2014/main" id="{6A398F66-E599-8187-2591-4A2899A8CC9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133" y="1325563"/>
            <a:ext cx="8209734" cy="5392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4761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73F0-6E1F-BBE4-E5AC-DD5634016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439" y="0"/>
            <a:ext cx="11703121" cy="1325563"/>
          </a:xfrm>
        </p:spPr>
        <p:txBody>
          <a:bodyPr/>
          <a:lstStyle/>
          <a:p>
            <a:pPr algn="ctr"/>
            <a:r>
              <a:rPr lang="en-US" dirty="0"/>
              <a:t>Helm Charts with ACR and AKS – E2E Workflow</a:t>
            </a:r>
            <a:endParaRPr lang="en-IN" dirty="0"/>
          </a:p>
        </p:txBody>
      </p:sp>
      <p:pic>
        <p:nvPicPr>
          <p:cNvPr id="4098" name="Picture 2" descr="always up, always on: Helm charts repository with Azure Container Registry">
            <a:extLst>
              <a:ext uri="{FF2B5EF4-FFF2-40B4-BE49-F238E27FC236}">
                <a16:creationId xmlns:a16="http://schemas.microsoft.com/office/drawing/2014/main" id="{E187D9D9-B3B1-9DBA-7089-389F4475BF4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912" y="1117735"/>
            <a:ext cx="7798086" cy="5522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9164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164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Understanding Helm Charts</vt:lpstr>
      <vt:lpstr>🔮 Imagine a scenario: You're building a scalable AI platform</vt:lpstr>
      <vt:lpstr>A Deeper Look at Helm</vt:lpstr>
      <vt:lpstr>Helm Charts with ACR and AKS – E2E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2025-07-23T12:49:15Z</dcterms:created>
  <dcterms:modified xsi:type="dcterms:W3CDTF">2025-07-23T13:02:54Z</dcterms:modified>
</cp:coreProperties>
</file>