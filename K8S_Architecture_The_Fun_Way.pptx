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880633-9799-4852-AC16-F2AB1360F0F1}" v="1" dt="2025-07-07T11:42:10.1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6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ljot bakshi" userId="e18f591f5991c12c" providerId="LiveId" clId="{02880633-9799-4852-AC16-F2AB1360F0F1}"/>
    <pc:docChg chg="custSel modSld">
      <pc:chgData name="kuljot bakshi" userId="e18f591f5991c12c" providerId="LiveId" clId="{02880633-9799-4852-AC16-F2AB1360F0F1}" dt="2025-07-07T11:42:15.607" v="10" actId="1076"/>
      <pc:docMkLst>
        <pc:docMk/>
      </pc:docMkLst>
      <pc:sldChg chg="modSp mod">
        <pc:chgData name="kuljot bakshi" userId="e18f591f5991c12c" providerId="LiveId" clId="{02880633-9799-4852-AC16-F2AB1360F0F1}" dt="2025-07-07T11:40:54.943" v="0" actId="27614"/>
        <pc:sldMkLst>
          <pc:docMk/>
          <pc:sldMk cId="3597794689" sldId="256"/>
        </pc:sldMkLst>
        <pc:picChg chg="mod">
          <ac:chgData name="kuljot bakshi" userId="e18f591f5991c12c" providerId="LiveId" clId="{02880633-9799-4852-AC16-F2AB1360F0F1}" dt="2025-07-07T11:40:54.943" v="0" actId="27614"/>
          <ac:picMkLst>
            <pc:docMk/>
            <pc:sldMk cId="3597794689" sldId="256"/>
            <ac:picMk id="3076" creationId="{3C0F4356-5D6E-078B-74AF-9ABC130D1724}"/>
          </ac:picMkLst>
        </pc:picChg>
      </pc:sldChg>
      <pc:sldChg chg="addSp delSp modSp mod">
        <pc:chgData name="kuljot bakshi" userId="e18f591f5991c12c" providerId="LiveId" clId="{02880633-9799-4852-AC16-F2AB1360F0F1}" dt="2025-07-07T11:42:15.607" v="10" actId="1076"/>
        <pc:sldMkLst>
          <pc:docMk/>
          <pc:sldMk cId="1957462439" sldId="258"/>
        </pc:sldMkLst>
        <pc:picChg chg="del">
          <ac:chgData name="kuljot bakshi" userId="e18f591f5991c12c" providerId="LiveId" clId="{02880633-9799-4852-AC16-F2AB1360F0F1}" dt="2025-07-07T11:42:09.325" v="1" actId="478"/>
          <ac:picMkLst>
            <pc:docMk/>
            <pc:sldMk cId="1957462439" sldId="258"/>
            <ac:picMk id="5" creationId="{8D01D091-DF8A-9D8F-AC4F-8F5C957D5345}"/>
          </ac:picMkLst>
        </pc:picChg>
        <pc:picChg chg="add mod">
          <ac:chgData name="kuljot bakshi" userId="e18f591f5991c12c" providerId="LiveId" clId="{02880633-9799-4852-AC16-F2AB1360F0F1}" dt="2025-07-07T11:42:15.607" v="10" actId="1076"/>
          <ac:picMkLst>
            <pc:docMk/>
            <pc:sldMk cId="1957462439" sldId="258"/>
            <ac:picMk id="7" creationId="{8D86C4C4-4B21-A7BE-CE6E-BB6FA150133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4EAAC-881D-D161-8672-8562548D1C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6482-C93B-8ABB-8AA5-AF5B93645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3588F-1CCD-BCD8-A84B-7795DE02E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DF455-EEA3-43F8-A796-224AF95B621C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F5371-50FD-60C5-5042-4FD428A63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8572D-F7CC-7453-540A-D9CB717A7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7358-FE01-4CF5-80BA-19ABCA4030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615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0F272-2B1A-D158-E0DC-953A7F832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423B2-7EA5-135B-937E-00635F54F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89743-A040-089A-B1D1-FAFDCDA35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DF455-EEA3-43F8-A796-224AF95B621C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E8BED-9FE3-8D73-BDE4-D28F65D2E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2117A-060A-280F-D088-A2FE3E54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7358-FE01-4CF5-80BA-19ABCA4030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186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223CC-F613-513B-9363-7830E24C3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24C4F-D4EF-C89A-C2C2-2B3C1858A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8DCDE-CB0F-C147-4E9E-087E9B838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DF455-EEA3-43F8-A796-224AF95B621C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267E8-5ABD-879B-D5CD-CABC5F969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CAAE3-311A-DE72-624B-B2619E17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7358-FE01-4CF5-80BA-19ABCA4030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70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48F80-8274-CC9D-F605-C8A84B3CA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503E1-DB78-06FC-8FBD-43E01F613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3916D2-495F-3EAA-7214-CB60D378B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AA26D4-4C51-6F37-6832-89444098E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DF455-EEA3-43F8-A796-224AF95B621C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520DE-7860-C3BE-46A8-FC064D3B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2D4819-54D7-1901-265D-4F70B4ADA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7358-FE01-4CF5-80BA-19ABCA4030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551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B7B92-07A3-E563-4BB7-C5E612AE4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54DF9-86BE-9F5D-9B0E-1E8EAF1AC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02CB9D-B3DF-BF82-285C-DBD1F9F8E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0A094-D1C4-5669-E0DB-5A75EA6DD4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95B6A6-77B7-A51B-A14F-4569D45414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2504E6-5FF1-67BA-19CD-D29D26945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DF455-EEA3-43F8-A796-224AF95B621C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9E1C52-4AA5-37EC-9D8A-FCE857DCB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0FB064-1402-5E92-1FAB-0855DCCC6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7358-FE01-4CF5-80BA-19ABCA4030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929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291A3-98B3-CEDD-9054-1F510AD87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B278F1-405F-2994-BC43-F37B081B3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DF455-EEA3-43F8-A796-224AF95B621C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28A1A5-0F2A-12EB-5F80-382F21C65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F06046-0B65-9E28-D538-81FBD08B9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7358-FE01-4CF5-80BA-19ABCA4030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561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B47BF2-7A6F-0C50-FE21-58E41959A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DF455-EEA3-43F8-A796-224AF95B621C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42AF98-DBDB-BC81-BE62-BEBFDA0F1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34165-CC42-0AF4-C7E5-87D9CE0A3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7358-FE01-4CF5-80BA-19ABCA4030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996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D0C51-CF19-786A-6BE3-E83F5D1BA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3560A-651D-DB62-8803-CA2F6E062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81BCCD-FB28-74F4-190A-D76C33DAF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48562-D931-0493-B011-DFA72C38F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DF455-EEA3-43F8-A796-224AF95B621C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38500-D00C-0A9E-17BC-9A22F8215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7880B-7D2D-58CD-BE55-ECA9694A8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7358-FE01-4CF5-80BA-19ABCA4030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373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3807A-F5F0-163D-92F6-36A4A2330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E78135-DA49-0003-E136-310EB52CFE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77399-5796-5ACF-03CB-C40EB0C61E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5ADEB-BEFE-C687-8B99-19175108D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DF455-EEA3-43F8-A796-224AF95B621C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7675E-D9DF-DF47-7844-2F77F39AF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25B3DC-9E11-388C-37BA-BD9F120B7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7358-FE01-4CF5-80BA-19ABCA4030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426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174BB-88AE-C726-A980-5829537F7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57C16E-7800-9212-12DD-FABA59125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70054-2D9A-E8BB-A902-68C70BFE2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DF455-EEA3-43F8-A796-224AF95B621C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D43D-9398-5C7E-B6FB-2CDC253E4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52810-3DCE-3B24-CC80-B5F76C6E6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7358-FE01-4CF5-80BA-19ABCA4030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703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1BE245-94D1-E749-94D1-B8053AE5FC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24A511-E97B-EFAD-6E5D-2148DAB6F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F1FF4-D24F-F85C-9EE5-C74B85001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DF455-EEA3-43F8-A796-224AF95B621C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BF4E0-03E9-A236-19A7-1B47DE5C9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D3FF0-20D5-4683-BDE7-B31E2E090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7358-FE01-4CF5-80BA-19ABCA4030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498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4F9B26-7E72-3820-DF6C-AA7CB85CE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16336-733C-220B-5D75-749FE9F15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9E740-674B-FE13-A461-83EFB3DBF8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ADF455-EEA3-43F8-A796-224AF95B621C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923C4-9BCC-B5C4-D2C6-2EBA489F6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F6EA3-F7FD-51E4-F122-9792216B4F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CA7358-FE01-4CF5-80BA-19ABCA4030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424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A7AED7-6634-8AAE-E429-C87915014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5490971"/>
            <a:ext cx="6962072" cy="1159200"/>
          </a:xfrm>
        </p:spPr>
        <p:txBody>
          <a:bodyPr anchor="ctr">
            <a:normAutofit/>
          </a:bodyPr>
          <a:lstStyle/>
          <a:p>
            <a:pPr algn="l"/>
            <a:r>
              <a:rPr lang="en-US" sz="4000">
                <a:solidFill>
                  <a:srgbClr val="FFFFFF"/>
                </a:solidFill>
              </a:rPr>
              <a:t>K8S Architecture</a:t>
            </a: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34266C-BE4C-C03E-AD27-E6C999DA93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6522" y="5633765"/>
            <a:ext cx="3408555" cy="873612"/>
          </a:xfrm>
        </p:spPr>
        <p:txBody>
          <a:bodyPr anchor="ctr"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(The Fun Way </a:t>
            </a:r>
            <a:r>
              <a:rPr lang="en-US" sz="2000">
                <a:solidFill>
                  <a:srgbClr val="FFFFFF"/>
                </a:solidFill>
                <a:sym typeface="Wingdings" panose="05000000000000000000" pitchFamily="2" charset="2"/>
              </a:rPr>
              <a:t>)</a:t>
            </a:r>
            <a:endParaRPr lang="en-IN" sz="2000">
              <a:solidFill>
                <a:srgbClr val="FFFFFF"/>
              </a:solidFill>
            </a:endParaRPr>
          </a:p>
        </p:txBody>
      </p:sp>
      <p:pic>
        <p:nvPicPr>
          <p:cNvPr id="3076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C0F4356-5D6E-078B-74AF-9ABC130D1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8535" y="1645070"/>
            <a:ext cx="11327549" cy="2010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7794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845C65-535D-DFDB-35F3-6871BC96A3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2511" y="288672"/>
            <a:ext cx="9526978" cy="5993435"/>
          </a:xfrm>
        </p:spPr>
      </p:pic>
    </p:spTree>
    <p:extLst>
      <p:ext uri="{BB962C8B-B14F-4D97-AF65-F5344CB8AC3E}">
        <p14:creationId xmlns:p14="http://schemas.microsoft.com/office/powerpoint/2010/main" val="520027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4F8E3-1FD6-FBCE-E8B1-BAD4BDD86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722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K8S – Restaurant Analogy</a:t>
            </a:r>
            <a:endParaRPr lang="en-IN" dirty="0"/>
          </a:p>
        </p:txBody>
      </p:sp>
      <p:pic>
        <p:nvPicPr>
          <p:cNvPr id="7" name="Picture 6" descr="A group of people standing in front of a computer">
            <a:extLst>
              <a:ext uri="{FF2B5EF4-FFF2-40B4-BE49-F238E27FC236}">
                <a16:creationId xmlns:a16="http://schemas.microsoft.com/office/drawing/2014/main" id="{8D86C4C4-4B21-A7BE-CE6E-BB6FA1501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002" y="1011363"/>
            <a:ext cx="9909995" cy="557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462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58164-811A-2D99-99FF-5C566A946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091" y="-173290"/>
            <a:ext cx="14045629" cy="1325563"/>
          </a:xfrm>
        </p:spPr>
        <p:txBody>
          <a:bodyPr>
            <a:normAutofit/>
          </a:bodyPr>
          <a:lstStyle/>
          <a:p>
            <a:r>
              <a:rPr lang="en-US" sz="3200" dirty="0"/>
              <a:t>Restaurant Management and Admin Staff = The Control Plane</a:t>
            </a:r>
            <a:endParaRPr lang="en-IN" sz="3200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FE51BE0-E68F-99DA-2D97-CD32D2F508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02454" y="1337208"/>
            <a:ext cx="7987091" cy="502469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710F4E-1787-C0AA-90AD-666C0D5B22F1}"/>
              </a:ext>
            </a:extLst>
          </p:cNvPr>
          <p:cNvSpPr txBox="1"/>
          <p:nvPr/>
        </p:nvSpPr>
        <p:spPr>
          <a:xfrm>
            <a:off x="367301" y="842750"/>
            <a:ext cx="4122506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b="1" dirty="0" err="1"/>
              <a:t>Kubeapi</a:t>
            </a:r>
            <a:r>
              <a:rPr lang="en-IN" sz="1400" b="1" dirty="0"/>
              <a:t>-server</a:t>
            </a:r>
            <a:r>
              <a:rPr lang="en-IN" sz="1400" dirty="0"/>
              <a:t>:📞 Reception Desk</a:t>
            </a:r>
          </a:p>
          <a:p>
            <a:r>
              <a:rPr lang="en-US" sz="1400" dirty="0"/>
              <a:t>Takes customer (API) orders and sends them to the kitchen or management.</a:t>
            </a:r>
            <a:endParaRPr lang="en-IN" sz="14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ED0A4A0-4F7A-D0D2-6FED-E81369AF4719}"/>
              </a:ext>
            </a:extLst>
          </p:cNvPr>
          <p:cNvCxnSpPr>
            <a:cxnSpLocks/>
          </p:cNvCxnSpPr>
          <p:nvPr/>
        </p:nvCxnSpPr>
        <p:spPr>
          <a:xfrm>
            <a:off x="367301" y="1581414"/>
            <a:ext cx="3660169" cy="162412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54C0052-C474-F4C0-B446-80D6092913C5}"/>
              </a:ext>
            </a:extLst>
          </p:cNvPr>
          <p:cNvSpPr txBox="1"/>
          <p:nvPr/>
        </p:nvSpPr>
        <p:spPr>
          <a:xfrm>
            <a:off x="0" y="3157055"/>
            <a:ext cx="1966323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b="1" dirty="0" err="1"/>
              <a:t>Etcd</a:t>
            </a:r>
            <a:r>
              <a:rPr lang="en-IN" sz="1400" b="1" dirty="0"/>
              <a:t>:</a:t>
            </a:r>
            <a:r>
              <a:rPr lang="en-IN" sz="1400" dirty="0"/>
              <a:t>📒 Reservation Logbook:</a:t>
            </a:r>
          </a:p>
          <a:p>
            <a:r>
              <a:rPr lang="en-US" sz="1400" dirty="0"/>
              <a:t>Stores all data about the restaurant (menu, bookings, table states, </a:t>
            </a:r>
            <a:r>
              <a:rPr lang="en-US" sz="1400" dirty="0" err="1"/>
              <a:t>etc</a:t>
            </a:r>
            <a:r>
              <a:rPr lang="en-US" sz="1400" dirty="0"/>
              <a:t>).</a:t>
            </a:r>
            <a:endParaRPr lang="en-IN" sz="14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3152A19-1295-4299-2F29-1DF2705F4C6B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1966323" y="3480139"/>
            <a:ext cx="1023457" cy="36941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D84369A-F7B8-E27F-E3F6-93504888AF54}"/>
              </a:ext>
            </a:extLst>
          </p:cNvPr>
          <p:cNvSpPr txBox="1"/>
          <p:nvPr/>
        </p:nvSpPr>
        <p:spPr>
          <a:xfrm>
            <a:off x="136131" y="5276586"/>
            <a:ext cx="1966323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b="1" dirty="0"/>
              <a:t>Scheduler: </a:t>
            </a:r>
            <a:r>
              <a:rPr lang="en-IN" sz="1400" dirty="0"/>
              <a:t>🧑‍💼 Head Waiter:</a:t>
            </a:r>
          </a:p>
          <a:p>
            <a:r>
              <a:rPr lang="en-US" sz="1400" dirty="0"/>
              <a:t>Decides which waiter (node) serves which customer (pod).</a:t>
            </a:r>
          </a:p>
          <a:p>
            <a:endParaRPr lang="en-IN" sz="1400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77EB182-E225-DC5A-CDA4-5DEEF73A859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4296872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659443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B40994D-4CAE-A4D2-152F-4E0C05851278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2102454" y="4428162"/>
            <a:ext cx="702069" cy="154092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ECB55BF-C398-1B39-88CB-A085DE073C8D}"/>
              </a:ext>
            </a:extLst>
          </p:cNvPr>
          <p:cNvSpPr txBox="1"/>
          <p:nvPr/>
        </p:nvSpPr>
        <p:spPr>
          <a:xfrm>
            <a:off x="3424347" y="5836932"/>
            <a:ext cx="3305226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b="1" dirty="0"/>
              <a:t>Controller Manager: </a:t>
            </a:r>
            <a:r>
              <a:rPr lang="en-IN" sz="1400" dirty="0"/>
              <a:t>🛎️ Restaurant Manager</a:t>
            </a:r>
          </a:p>
          <a:p>
            <a:r>
              <a:rPr lang="en-US" sz="1400" dirty="0"/>
              <a:t>Ensures everything is running (e.g., restocking, replacing staff if needed).</a:t>
            </a:r>
            <a:endParaRPr lang="en-IN" sz="14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4CF1187-55FD-0C52-3145-7E51E6B93F5B}"/>
              </a:ext>
            </a:extLst>
          </p:cNvPr>
          <p:cNvCxnSpPr>
            <a:cxnSpLocks/>
            <a:stCxn id="27" idx="0"/>
          </p:cNvCxnSpPr>
          <p:nvPr/>
        </p:nvCxnSpPr>
        <p:spPr>
          <a:xfrm flipH="1" flipV="1">
            <a:off x="4212404" y="4797051"/>
            <a:ext cx="864556" cy="103988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3618C09-DB77-FAA0-E00A-735B1B8CBB8A}"/>
              </a:ext>
            </a:extLst>
          </p:cNvPr>
          <p:cNvSpPr txBox="1"/>
          <p:nvPr/>
        </p:nvSpPr>
        <p:spPr>
          <a:xfrm>
            <a:off x="5241798" y="888916"/>
            <a:ext cx="4765231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b="1" dirty="0"/>
              <a:t>Cloud-Controller-Manager:</a:t>
            </a:r>
            <a:r>
              <a:rPr lang="en-IN" sz="1400" dirty="0"/>
              <a:t>📦 Vendor Liaison</a:t>
            </a:r>
          </a:p>
          <a:p>
            <a:r>
              <a:rPr lang="en-US" sz="1400" dirty="0"/>
              <a:t>Talks to cloud vendors (Cloud Provider API) for resources like delivery and logistics.</a:t>
            </a:r>
            <a:endParaRPr lang="en-IN" sz="14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31EF343-2CBD-D3E4-6AA3-C96A97D8541B}"/>
              </a:ext>
            </a:extLst>
          </p:cNvPr>
          <p:cNvCxnSpPr>
            <a:cxnSpLocks/>
          </p:cNvCxnSpPr>
          <p:nvPr/>
        </p:nvCxnSpPr>
        <p:spPr>
          <a:xfrm flipH="1">
            <a:off x="3757773" y="1627580"/>
            <a:ext cx="3660169" cy="62246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0177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4770E-EE67-2EDA-E114-9A2C98CEF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636" y="-16913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Chefs + Kitchen Stations = Nodes</a:t>
            </a:r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F21D70B-4782-516C-4623-33D604020B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6623" y="930399"/>
            <a:ext cx="9218754" cy="579953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3F4EE9-AADC-9D42-FAC5-38208818C541}"/>
              </a:ext>
            </a:extLst>
          </p:cNvPr>
          <p:cNvSpPr txBox="1"/>
          <p:nvPr/>
        </p:nvSpPr>
        <p:spPr>
          <a:xfrm>
            <a:off x="3824553" y="795605"/>
            <a:ext cx="3141326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b="1" dirty="0" err="1"/>
              <a:t>Kubelet</a:t>
            </a:r>
            <a:r>
              <a:rPr lang="en-IN" sz="1400" b="1" dirty="0"/>
              <a:t>: 👨‍🍳 Station Chef</a:t>
            </a:r>
          </a:p>
          <a:p>
            <a:pPr>
              <a:buNone/>
            </a:pPr>
            <a:r>
              <a:rPr lang="en-US" sz="1400" dirty="0"/>
              <a:t>Gets orders from the head waiter (scheduler) and cooks (runs pods).</a:t>
            </a:r>
          </a:p>
          <a:p>
            <a:endParaRPr lang="en-IN" sz="14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FED233-47D3-BE0C-2045-FF9298A1A8C8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5395216" y="1749712"/>
            <a:ext cx="255571" cy="191816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D5D8B76-DD7E-6955-7FCA-7D093C50F495}"/>
              </a:ext>
            </a:extLst>
          </p:cNvPr>
          <p:cNvSpPr txBox="1"/>
          <p:nvPr/>
        </p:nvSpPr>
        <p:spPr>
          <a:xfrm>
            <a:off x="7165793" y="795605"/>
            <a:ext cx="3141326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b="1" dirty="0"/>
              <a:t>Kube-proxy: 🚦 Kitchen Coordinator</a:t>
            </a:r>
          </a:p>
          <a:p>
            <a:pPr>
              <a:buNone/>
            </a:pPr>
            <a:r>
              <a:rPr lang="en-US" sz="1400" dirty="0"/>
              <a:t>Handles communication inside and outside the kitchen (network rules).</a:t>
            </a:r>
          </a:p>
          <a:p>
            <a:endParaRPr lang="en-IN" sz="14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A4570A5-F34D-1501-62D4-2F95C2A11210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6299210" y="1749712"/>
            <a:ext cx="2437246" cy="191816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32543F9-7503-0113-346E-7420961E4627}"/>
              </a:ext>
            </a:extLst>
          </p:cNvPr>
          <p:cNvSpPr txBox="1"/>
          <p:nvPr/>
        </p:nvSpPr>
        <p:spPr>
          <a:xfrm>
            <a:off x="2030000" y="5736576"/>
            <a:ext cx="3932436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b="1" dirty="0"/>
              <a:t>Pods: 🍲 Dishes Being Cooked</a:t>
            </a:r>
          </a:p>
          <a:p>
            <a:r>
              <a:rPr lang="en-US" sz="1400" dirty="0"/>
              <a:t>The actual meals (applications/containers) that customers ordered</a:t>
            </a:r>
          </a:p>
          <a:p>
            <a:endParaRPr lang="en-IN" sz="14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8FCD5DC-0F4B-A02B-B9A0-C81B23DB182D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3996218" y="4767405"/>
            <a:ext cx="1526783" cy="96917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FCA0F12-2A4D-B915-AE48-A996CEAC83C0}"/>
              </a:ext>
            </a:extLst>
          </p:cNvPr>
          <p:cNvSpPr txBox="1"/>
          <p:nvPr/>
        </p:nvSpPr>
        <p:spPr>
          <a:xfrm>
            <a:off x="7097153" y="5851092"/>
            <a:ext cx="3932436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b="1" dirty="0"/>
              <a:t>CRI: Cooking Tools</a:t>
            </a:r>
          </a:p>
          <a:p>
            <a:r>
              <a:rPr lang="en-US" sz="1400" dirty="0"/>
              <a:t>The actual kitchen equipment used to cook (Docker, </a:t>
            </a:r>
            <a:r>
              <a:rPr lang="en-US" sz="1400" dirty="0" err="1"/>
              <a:t>Containerd</a:t>
            </a:r>
            <a:r>
              <a:rPr lang="en-US" sz="1400" dirty="0"/>
              <a:t>, etc.)</a:t>
            </a:r>
          </a:p>
          <a:p>
            <a:endParaRPr lang="en-IN" sz="14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1849230-A690-DD79-8BE1-6C6E1C42F357}"/>
              </a:ext>
            </a:extLst>
          </p:cNvPr>
          <p:cNvCxnSpPr>
            <a:cxnSpLocks/>
            <a:stCxn id="23" idx="0"/>
          </p:cNvCxnSpPr>
          <p:nvPr/>
        </p:nvCxnSpPr>
        <p:spPr>
          <a:xfrm flipH="1" flipV="1">
            <a:off x="6639921" y="5548045"/>
            <a:ext cx="2423450" cy="30304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399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3A91A-A5F1-76BC-C35A-BE48409D8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8070" y="-189680"/>
            <a:ext cx="10515600" cy="1325563"/>
          </a:xfrm>
        </p:spPr>
        <p:txBody>
          <a:bodyPr/>
          <a:lstStyle/>
          <a:p>
            <a:r>
              <a:rPr lang="en-US" dirty="0"/>
              <a:t>Supplier Warehouse = Cloud Provider API</a:t>
            </a:r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07153DC-94D9-6266-D834-E224B33A22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5547" y="914398"/>
            <a:ext cx="9023545" cy="5676725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C36C3C-6B94-393A-C328-599D65F3B577}"/>
              </a:ext>
            </a:extLst>
          </p:cNvPr>
          <p:cNvSpPr txBox="1"/>
          <p:nvPr/>
        </p:nvSpPr>
        <p:spPr>
          <a:xfrm>
            <a:off x="4773039" y="1626009"/>
            <a:ext cx="3932436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b="1" dirty="0"/>
              <a:t>Cloud Provider API: Supplier Warehouse</a:t>
            </a:r>
          </a:p>
          <a:p>
            <a:r>
              <a:rPr lang="en-US" sz="1400" dirty="0"/>
              <a:t>Provides ingredients and resources when the restaurant runs low</a:t>
            </a:r>
            <a:endParaRPr lang="en-IN" sz="1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8CF3CE-8F01-9546-0828-4446FC721F34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8705475" y="1995341"/>
            <a:ext cx="664556" cy="23415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419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264F8-25FF-A38C-8C57-5CBE406FB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995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Whole Workflow in a Nutshell</a:t>
            </a:r>
            <a:endParaRPr lang="en-IN" dirty="0"/>
          </a:p>
        </p:txBody>
      </p:sp>
      <p:pic>
        <p:nvPicPr>
          <p:cNvPr id="4" name="Content Placeholder 10">
            <a:extLst>
              <a:ext uri="{FF2B5EF4-FFF2-40B4-BE49-F238E27FC236}">
                <a16:creationId xmlns:a16="http://schemas.microsoft.com/office/drawing/2014/main" id="{7AE5ACA3-88AD-D94A-39F7-8093366043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699182"/>
            <a:ext cx="10808413" cy="6056076"/>
          </a:xfrm>
        </p:spPr>
      </p:pic>
    </p:spTree>
    <p:extLst>
      <p:ext uri="{BB962C8B-B14F-4D97-AF65-F5344CB8AC3E}">
        <p14:creationId xmlns:p14="http://schemas.microsoft.com/office/powerpoint/2010/main" val="2336773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227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K8S Architecture</vt:lpstr>
      <vt:lpstr>PowerPoint Presentation</vt:lpstr>
      <vt:lpstr>K8S – Restaurant Analogy</vt:lpstr>
      <vt:lpstr>Restaurant Management and Admin Staff = The Control Plane</vt:lpstr>
      <vt:lpstr>Chefs + Kitchen Stations = Nodes</vt:lpstr>
      <vt:lpstr>Supplier Warehouse = Cloud Provider API</vt:lpstr>
      <vt:lpstr>Whole Workflow in a Nutshell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2025-07-07T08:55:09Z</dcterms:created>
  <dcterms:modified xsi:type="dcterms:W3CDTF">2025-07-07T11:42:16Z</dcterms:modified>
</cp:coreProperties>
</file>