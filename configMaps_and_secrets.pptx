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A0867-C09A-61F0-FDB1-32E7C03C76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449D8E-8091-A94E-3EE7-2C2271432B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EA1ECA-33C5-09EC-6E33-2FBA8A037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E4013-14AF-4D9D-B2B2-3C038AB10773}" type="datetimeFigureOut">
              <a:rPr lang="en-IN" smtClean="0"/>
              <a:t>21-07-2025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223A2B-8B99-14C4-F422-2B21ED061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59C5B5-EC66-F103-4728-85D8FCF81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9176C-37FB-4624-BCD2-E2D7CE847B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7584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A3D89-DBBE-D04B-7C28-1D553790B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28BE0-B51D-C94C-12A1-5074872642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43401E-3A7B-BC19-419D-9862F10B3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E4013-14AF-4D9D-B2B2-3C038AB10773}" type="datetimeFigureOut">
              <a:rPr lang="en-IN" smtClean="0"/>
              <a:t>21-07-2025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DAFA30-586A-C547-BD4B-D854FC233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07E9A0-5709-46CC-0149-775E35AA1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9176C-37FB-4624-BCD2-E2D7CE847B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2677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495D3-47BB-E8A1-5070-72B05C470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F5FD38-B8F0-3E17-20D5-BB0A6F1093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BDA068-E97E-6C2A-8B79-3E09FD13C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E4013-14AF-4D9D-B2B2-3C038AB10773}" type="datetimeFigureOut">
              <a:rPr lang="en-IN" smtClean="0"/>
              <a:t>21-07-2025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C6DB42-CC87-AC0F-A1A2-216FA4CA6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F47F2D-8C4C-D5F1-BCC4-86C096E0D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9176C-37FB-4624-BCD2-E2D7CE847B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4894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6634C-F716-C56F-86F1-5A6684834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03AD2B-1C1A-953C-8996-6027FCD9E8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4817ED-6C94-EEEC-0F41-8AE8A106ED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9FCC2E-C2D1-B27A-87DA-322D0F16D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E4013-14AF-4D9D-B2B2-3C038AB10773}" type="datetimeFigureOut">
              <a:rPr lang="en-IN" smtClean="0"/>
              <a:t>21-07-2025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F7DB5D-BCDC-3512-6AE6-4F1918FFF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22E23D-231C-6742-E052-62AAE2E12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9176C-37FB-4624-BCD2-E2D7CE847B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8730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4AFB4-22C8-CD85-128B-749632735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F0F473-2FB2-6F1B-8210-8C51CACAAB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627592-7BFB-805B-13DE-92CE491D81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DA1032-7D54-8785-30C5-A0B86BBC71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495732-1CBF-81BD-F468-C92E1B6B01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D6D010-7765-0238-2240-517A621E3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E4013-14AF-4D9D-B2B2-3C038AB10773}" type="datetimeFigureOut">
              <a:rPr lang="en-IN" smtClean="0"/>
              <a:t>21-07-2025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7A6C41-D7A0-D1A9-A41B-D41D05176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9491BD-410D-4F5D-C2FF-FB5511327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9176C-37FB-4624-BCD2-E2D7CE847B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7343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BD045-5D46-2C80-330A-4C4496E9F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443678-88FB-717F-78D0-78DDC7A9E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E4013-14AF-4D9D-B2B2-3C038AB10773}" type="datetimeFigureOut">
              <a:rPr lang="en-IN" smtClean="0"/>
              <a:t>21-07-2025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23665C-3B87-91F4-1703-A9D987437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8603B6-054C-D012-CA59-7E041F23A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9176C-37FB-4624-BCD2-E2D7CE847B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84122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C82C96-AF3D-6673-2711-80340585A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E4013-14AF-4D9D-B2B2-3C038AB10773}" type="datetimeFigureOut">
              <a:rPr lang="en-IN" smtClean="0"/>
              <a:t>21-07-2025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B409E1-25AC-4A6C-0CA5-D0C9C29BC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84636A-A483-F2E2-EEA9-EDDDC52EC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9176C-37FB-4624-BCD2-E2D7CE847B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8903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35FDF-6B18-D18F-3511-EC2BDC820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17927-20C4-A361-AE41-C334F0494F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382C8F-8CDC-99CC-DFB4-D4A9AAA969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B6188C-9380-D32E-AABF-89D86BAE1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E4013-14AF-4D9D-B2B2-3C038AB10773}" type="datetimeFigureOut">
              <a:rPr lang="en-IN" smtClean="0"/>
              <a:t>21-07-2025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67798D-9C4D-190F-9B6E-F6AED90B1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C6D9F-F7A8-0A49-4454-424C82503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9176C-37FB-4624-BCD2-E2D7CE847B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0482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2CF1E-5C73-C4B3-DD28-EBF3275B8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A35B85-CB9C-3FF6-2C2E-D27C8C9F52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12A337-8CC8-04BE-0193-E298182EF1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945F07-C8B1-19A9-BADA-A2C54375D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E4013-14AF-4D9D-B2B2-3C038AB10773}" type="datetimeFigureOut">
              <a:rPr lang="en-IN" smtClean="0"/>
              <a:t>21-07-2025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F95D3C-0DE1-AB38-F79F-73253951E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E14E9C-C942-443F-83D5-EA2C30941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9176C-37FB-4624-BCD2-E2D7CE847B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5994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9A760-EA9E-FE69-BAD1-3C7DC87C7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BEB5EC-EA68-6F23-1A4C-802B06B027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024301-F6EC-D5C4-E0EB-6B7571EF3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E4013-14AF-4D9D-B2B2-3C038AB10773}" type="datetimeFigureOut">
              <a:rPr lang="en-IN" smtClean="0"/>
              <a:t>21-07-2025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D54393-3073-EA7F-E118-660B3A1D8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21650-9B68-D995-A95D-AD1F37541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9176C-37FB-4624-BCD2-E2D7CE847B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3122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22D2B2-97F3-781F-2334-A3D0D22981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2576FE-7180-3175-A188-2B42B8192F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104674-E8C8-C3D8-174C-0D3622111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E4013-14AF-4D9D-B2B2-3C038AB10773}" type="datetimeFigureOut">
              <a:rPr lang="en-IN" smtClean="0"/>
              <a:t>21-07-2025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C8F85F-F6C5-5773-4571-25272C754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86E7D4-3A1E-514B-AC15-B67ADB066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9176C-37FB-4624-BCD2-E2D7CE847B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9026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22B33B-D144-6036-C6DC-83F6528AA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BB3445-E5A9-4F66-145E-3139C77C05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6FE63A-6EFA-B21B-3324-F691592CD3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CE4013-14AF-4D9D-B2B2-3C038AB10773}" type="datetimeFigureOut">
              <a:rPr lang="en-IN" smtClean="0"/>
              <a:t>21-07-2025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EE25E3-0841-6271-0A33-4D4B340FA8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2C5B8B-F6AB-1252-F8D6-6417F602A2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99176C-37FB-4624-BCD2-E2D7CE847B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555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4" name="Rectangle 1043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 descr="Kubernetes Logo, symbol, meaning, history, PNG, brand">
            <a:extLst>
              <a:ext uri="{FF2B5EF4-FFF2-40B4-BE49-F238E27FC236}">
                <a16:creationId xmlns:a16="http://schemas.microsoft.com/office/drawing/2014/main" id="{A749CC9A-F2BB-439E-B04F-017F4897D1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7" r="25323"/>
          <a:stretch>
            <a:fillRect/>
          </a:stretch>
        </p:blipFill>
        <p:spPr bwMode="auto">
          <a:xfrm>
            <a:off x="3523488" y="10"/>
            <a:ext cx="866851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5" name="Rectangle 1044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217027-BE7D-1027-1BD5-072A3EEC2A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n-US" sz="4800" dirty="0" err="1">
                <a:solidFill>
                  <a:schemeClr val="bg1"/>
                </a:solidFill>
              </a:rPr>
              <a:t>ConfigMaps</a:t>
            </a:r>
            <a:r>
              <a:rPr lang="en-US" sz="4800" dirty="0">
                <a:solidFill>
                  <a:schemeClr val="bg1"/>
                </a:solidFill>
              </a:rPr>
              <a:t> </a:t>
            </a:r>
            <a:br>
              <a:rPr lang="en-US" sz="4800" dirty="0">
                <a:solidFill>
                  <a:schemeClr val="bg1"/>
                </a:solidFill>
              </a:rPr>
            </a:br>
            <a:r>
              <a:rPr lang="en-US" sz="4800" dirty="0">
                <a:solidFill>
                  <a:schemeClr val="bg1"/>
                </a:solidFill>
              </a:rPr>
              <a:t>and </a:t>
            </a:r>
            <a:br>
              <a:rPr lang="en-US" sz="4800" dirty="0">
                <a:solidFill>
                  <a:schemeClr val="bg1"/>
                </a:solidFill>
              </a:rPr>
            </a:br>
            <a:r>
              <a:rPr lang="en-US" sz="4800" dirty="0">
                <a:solidFill>
                  <a:schemeClr val="bg1"/>
                </a:solidFill>
              </a:rPr>
              <a:t>Secrets</a:t>
            </a:r>
            <a:endParaRPr lang="en-IN" sz="4800" dirty="0">
              <a:solidFill>
                <a:schemeClr val="bg1"/>
              </a:solidFill>
            </a:endParaRPr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CE2452D2-7056-54A0-42B5-561714B37FA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14043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D060E-78D1-BBE7-9383-1BA6B9A9A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031" y="-27867"/>
            <a:ext cx="10515600" cy="1325563"/>
          </a:xfrm>
        </p:spPr>
        <p:txBody>
          <a:bodyPr/>
          <a:lstStyle/>
          <a:p>
            <a:r>
              <a:rPr lang="en-US" dirty="0"/>
              <a:t>Take a Scenario……</a:t>
            </a:r>
            <a:endParaRPr lang="en-IN" dirty="0"/>
          </a:p>
        </p:txBody>
      </p:sp>
      <p:pic>
        <p:nvPicPr>
          <p:cNvPr id="3074" name="Picture 2" descr="Docker, logo, logos icon - Free download on Iconfinder">
            <a:extLst>
              <a:ext uri="{FF2B5EF4-FFF2-40B4-BE49-F238E27FC236}">
                <a16:creationId xmlns:a16="http://schemas.microsoft.com/office/drawing/2014/main" id="{FE1347EA-C0F5-A13E-B2B8-DB0BB6A264E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2214" y="2307752"/>
            <a:ext cx="1823093" cy="1823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Install Kubernetes with Minikube in Apple M1 | by Maliesha Kalutota | Medium">
            <a:extLst>
              <a:ext uri="{FF2B5EF4-FFF2-40B4-BE49-F238E27FC236}">
                <a16:creationId xmlns:a16="http://schemas.microsoft.com/office/drawing/2014/main" id="{89B7FB4C-827F-36D1-544B-9C04F3D582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5133" y="2165366"/>
            <a:ext cx="1728998" cy="899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AACC2B3-91D6-E5BA-FA95-F5FF3FC56B9B}"/>
              </a:ext>
            </a:extLst>
          </p:cNvPr>
          <p:cNvSpPr/>
          <p:nvPr/>
        </p:nvSpPr>
        <p:spPr>
          <a:xfrm>
            <a:off x="7387119" y="2177121"/>
            <a:ext cx="4592548" cy="3422295"/>
          </a:xfrm>
          <a:prstGeom prst="rect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D323C3-9EE5-235F-B4C9-D6B5292ED678}"/>
              </a:ext>
            </a:extLst>
          </p:cNvPr>
          <p:cNvSpPr txBox="1"/>
          <p:nvPr/>
        </p:nvSpPr>
        <p:spPr>
          <a:xfrm>
            <a:off x="7909632" y="3859615"/>
            <a:ext cx="35548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Azure OpenAI Chat Backend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BC9A2B-5D4B-3C40-8225-20FDA01B8BF6}"/>
              </a:ext>
            </a:extLst>
          </p:cNvPr>
          <p:cNvSpPr txBox="1"/>
          <p:nvPr/>
        </p:nvSpPr>
        <p:spPr>
          <a:xfrm>
            <a:off x="8548099" y="4261476"/>
            <a:ext cx="473638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{ </a:t>
            </a:r>
          </a:p>
          <a:p>
            <a:r>
              <a:rPr lang="en-US" sz="1400" dirty="0"/>
              <a:t>“</a:t>
            </a:r>
            <a:r>
              <a:rPr lang="en-US" sz="1400" dirty="0" err="1"/>
              <a:t>azure_openai_endpoint</a:t>
            </a:r>
            <a:r>
              <a:rPr lang="en-US" sz="1400" dirty="0"/>
              <a:t>”: “”,</a:t>
            </a:r>
          </a:p>
          <a:p>
            <a:r>
              <a:rPr lang="en-US" sz="1400" dirty="0"/>
              <a:t>“</a:t>
            </a:r>
            <a:r>
              <a:rPr lang="en-US" sz="1400" dirty="0" err="1"/>
              <a:t>azure_openai_api_key</a:t>
            </a:r>
            <a:r>
              <a:rPr lang="en-US" sz="1400" dirty="0"/>
              <a:t>”:””,</a:t>
            </a:r>
          </a:p>
          <a:p>
            <a:r>
              <a:rPr lang="en-US" sz="1400" dirty="0"/>
              <a:t>“</a:t>
            </a:r>
            <a:r>
              <a:rPr lang="en-US" sz="1400" dirty="0" err="1"/>
              <a:t>model_name</a:t>
            </a:r>
            <a:r>
              <a:rPr lang="en-US" sz="1400" dirty="0"/>
              <a:t>”:””</a:t>
            </a:r>
          </a:p>
          <a:p>
            <a:r>
              <a:rPr lang="en-US" sz="1400" dirty="0"/>
              <a:t>}</a:t>
            </a:r>
            <a:endParaRPr lang="en-IN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ED3FA0-3428-EA70-042B-54EB3E1219CC}"/>
              </a:ext>
            </a:extLst>
          </p:cNvPr>
          <p:cNvSpPr txBox="1"/>
          <p:nvPr/>
        </p:nvSpPr>
        <p:spPr>
          <a:xfrm>
            <a:off x="226031" y="1695236"/>
            <a:ext cx="630392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You are developing a </a:t>
            </a:r>
            <a:r>
              <a:rPr lang="en-US" b="1" dirty="0"/>
              <a:t>ChatGPT like application </a:t>
            </a:r>
            <a:r>
              <a:rPr lang="en-US" dirty="0"/>
              <a:t>with a </a:t>
            </a:r>
            <a:r>
              <a:rPr lang="en-US" b="1" dirty="0"/>
              <a:t>frontend </a:t>
            </a:r>
            <a:r>
              <a:rPr lang="en-US" dirty="0"/>
              <a:t>and </a:t>
            </a:r>
            <a:r>
              <a:rPr lang="en-US" b="1" dirty="0"/>
              <a:t>backend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The backend is a simple </a:t>
            </a:r>
            <a:r>
              <a:rPr lang="en-US" b="1" dirty="0"/>
              <a:t>Python Flask </a:t>
            </a:r>
            <a:r>
              <a:rPr lang="en-US" dirty="0"/>
              <a:t>or </a:t>
            </a:r>
            <a:r>
              <a:rPr lang="en-US" b="1" dirty="0"/>
              <a:t>FAST API </a:t>
            </a:r>
            <a:r>
              <a:rPr lang="en-US" dirty="0"/>
              <a:t>application that connects to the </a:t>
            </a:r>
            <a:r>
              <a:rPr lang="en-US" b="1" dirty="0"/>
              <a:t>Azure OpenAI </a:t>
            </a:r>
            <a:r>
              <a:rPr lang="en-US" dirty="0"/>
              <a:t>service to throw requests to the GPT Engine.</a:t>
            </a:r>
          </a:p>
          <a:p>
            <a:endParaRPr lang="en-US" dirty="0"/>
          </a:p>
          <a:p>
            <a:r>
              <a:rPr lang="en-US" dirty="0"/>
              <a:t>But to run the backend application, you need to configure some </a:t>
            </a:r>
            <a:r>
              <a:rPr lang="en-US" b="1" dirty="0"/>
              <a:t>environment variables </a:t>
            </a:r>
            <a:r>
              <a:rPr lang="en-US" dirty="0"/>
              <a:t>namely: </a:t>
            </a:r>
            <a:r>
              <a:rPr lang="en-US" b="1" dirty="0"/>
              <a:t>“</a:t>
            </a:r>
            <a:r>
              <a:rPr lang="en-US" b="1" dirty="0" err="1"/>
              <a:t>azure_openai_endpoint</a:t>
            </a:r>
            <a:r>
              <a:rPr lang="en-US" b="1" dirty="0"/>
              <a:t>”</a:t>
            </a:r>
            <a:r>
              <a:rPr lang="en-US" dirty="0"/>
              <a:t>, </a:t>
            </a:r>
            <a:r>
              <a:rPr lang="en-US" b="1" dirty="0"/>
              <a:t>“</a:t>
            </a:r>
            <a:r>
              <a:rPr lang="en-US" b="1" dirty="0" err="1"/>
              <a:t>azure_openai_api_key</a:t>
            </a:r>
            <a:r>
              <a:rPr lang="en-US" b="1" dirty="0"/>
              <a:t>” </a:t>
            </a:r>
            <a:r>
              <a:rPr lang="en-US" dirty="0"/>
              <a:t>and the </a:t>
            </a:r>
            <a:r>
              <a:rPr lang="en-US" b="1" dirty="0"/>
              <a:t>“</a:t>
            </a:r>
            <a:r>
              <a:rPr lang="en-US" b="1" dirty="0" err="1"/>
              <a:t>model_name</a:t>
            </a:r>
            <a:r>
              <a:rPr lang="en-US" b="1" dirty="0"/>
              <a:t>” </a:t>
            </a:r>
            <a:r>
              <a:rPr lang="en-US" dirty="0"/>
              <a:t>– all of which needs to be passed when creating a container out of the image stored in </a:t>
            </a:r>
            <a:r>
              <a:rPr lang="en-US" b="1" dirty="0"/>
              <a:t>ACR (Azure Container Registry).</a:t>
            </a:r>
          </a:p>
          <a:p>
            <a:endParaRPr lang="en-US" dirty="0"/>
          </a:p>
          <a:p>
            <a:r>
              <a:rPr lang="en-US" dirty="0"/>
              <a:t>Too store these environment variables in the AKS cluster itself, you would use “</a:t>
            </a:r>
            <a:r>
              <a:rPr lang="en-US" b="1" dirty="0" err="1"/>
              <a:t>ConfigMaps</a:t>
            </a:r>
            <a:r>
              <a:rPr lang="en-US" dirty="0"/>
              <a:t>” and “</a:t>
            </a:r>
            <a:r>
              <a:rPr lang="en-US" b="1" dirty="0"/>
              <a:t>Secrets</a:t>
            </a:r>
            <a:r>
              <a:rPr lang="en-US" dirty="0"/>
              <a:t>”.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0576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Kubernetes 101: Secret and ConfigMap | by 8grams | Medium">
            <a:extLst>
              <a:ext uri="{FF2B5EF4-FFF2-40B4-BE49-F238E27FC236}">
                <a16:creationId xmlns:a16="http://schemas.microsoft.com/office/drawing/2014/main" id="{5D0A9FB9-7029-08BF-3A57-8153B35106F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9516" y="3402467"/>
            <a:ext cx="7872968" cy="3244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93A8250-96BE-57F1-0472-97FB69233648}"/>
              </a:ext>
            </a:extLst>
          </p:cNvPr>
          <p:cNvSpPr txBox="1"/>
          <p:nvPr/>
        </p:nvSpPr>
        <p:spPr>
          <a:xfrm>
            <a:off x="377575" y="345059"/>
            <a:ext cx="6097712" cy="12003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A </a:t>
            </a:r>
            <a:r>
              <a:rPr lang="en-US" b="1" dirty="0" err="1"/>
              <a:t>ConfigMap</a:t>
            </a:r>
            <a:r>
              <a:rPr lang="en-US" dirty="0"/>
              <a:t> is an </a:t>
            </a:r>
            <a:r>
              <a:rPr lang="en-US" b="1" dirty="0"/>
              <a:t>API object </a:t>
            </a:r>
            <a:r>
              <a:rPr lang="en-US" dirty="0"/>
              <a:t>used to store </a:t>
            </a:r>
            <a:r>
              <a:rPr lang="en-US" b="1" dirty="0"/>
              <a:t>non-confidential data </a:t>
            </a:r>
            <a:r>
              <a:rPr lang="en-US" dirty="0"/>
              <a:t>in </a:t>
            </a:r>
            <a:r>
              <a:rPr lang="en-US" b="1" dirty="0"/>
              <a:t>key-value pairs</a:t>
            </a:r>
            <a:r>
              <a:rPr lang="en-US" dirty="0"/>
              <a:t>. Pods can consume </a:t>
            </a:r>
            <a:r>
              <a:rPr lang="en-US" dirty="0" err="1"/>
              <a:t>ConfigMaps</a:t>
            </a:r>
            <a:r>
              <a:rPr lang="en-US" dirty="0"/>
              <a:t> as </a:t>
            </a:r>
            <a:r>
              <a:rPr lang="en-US" b="1" dirty="0"/>
              <a:t>environment variables</a:t>
            </a:r>
            <a:r>
              <a:rPr lang="en-US" dirty="0"/>
              <a:t>, </a:t>
            </a:r>
            <a:r>
              <a:rPr lang="en-US" b="1" dirty="0"/>
              <a:t>command-line arguments</a:t>
            </a:r>
            <a:r>
              <a:rPr lang="en-US" dirty="0"/>
              <a:t>, or as </a:t>
            </a:r>
            <a:r>
              <a:rPr lang="en-US" b="1" dirty="0"/>
              <a:t>configuration files in a volume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BFEF28-2C25-9401-7F05-D0D13AC40B9A}"/>
              </a:ext>
            </a:extLst>
          </p:cNvPr>
          <p:cNvSpPr txBox="1"/>
          <p:nvPr/>
        </p:nvSpPr>
        <p:spPr>
          <a:xfrm>
            <a:off x="4391346" y="1873763"/>
            <a:ext cx="7800654" cy="12003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A </a:t>
            </a:r>
            <a:r>
              <a:rPr lang="en-US" b="1" dirty="0"/>
              <a:t>Secret</a:t>
            </a:r>
            <a:r>
              <a:rPr lang="en-US" dirty="0"/>
              <a:t> is an </a:t>
            </a:r>
            <a:r>
              <a:rPr lang="en-US" b="1" dirty="0"/>
              <a:t>object </a:t>
            </a:r>
            <a:r>
              <a:rPr lang="en-US" dirty="0"/>
              <a:t>that contains a small amount of </a:t>
            </a:r>
            <a:r>
              <a:rPr lang="en-US" b="1" dirty="0"/>
              <a:t>sensitive data </a:t>
            </a:r>
            <a:r>
              <a:rPr lang="en-US" dirty="0"/>
              <a:t>such as a </a:t>
            </a:r>
            <a:r>
              <a:rPr lang="en-US" b="1" dirty="0"/>
              <a:t>password, a token, or a key</a:t>
            </a:r>
            <a:r>
              <a:rPr lang="en-US" dirty="0"/>
              <a:t>. Such information might otherwise be put in a Pod specification or in a container image. Using a Secret means that you don't need to include </a:t>
            </a:r>
            <a:r>
              <a:rPr lang="en-US" b="1" dirty="0"/>
              <a:t>confidential data </a:t>
            </a:r>
            <a:r>
              <a:rPr lang="en-US" dirty="0"/>
              <a:t>in your application code.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65087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4D638-DABB-638E-F5D5-DFC4D5823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79406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Creating a </a:t>
            </a:r>
            <a:r>
              <a:rPr lang="en-US" dirty="0" err="1"/>
              <a:t>ConfigMap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6AB4AA-3ACC-5A91-3A17-8AAFC43C53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23463" y="1043803"/>
            <a:ext cx="6552051" cy="5616045"/>
          </a:xfrm>
        </p:spPr>
      </p:pic>
    </p:spTree>
    <p:extLst>
      <p:ext uri="{BB962C8B-B14F-4D97-AF65-F5344CB8AC3E}">
        <p14:creationId xmlns:p14="http://schemas.microsoft.com/office/powerpoint/2010/main" val="15341848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CE94E-E837-D53C-F5CF-513B9F823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282147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Using a </a:t>
            </a:r>
            <a:r>
              <a:rPr lang="en-US" dirty="0" err="1"/>
              <a:t>ConfigMap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310675B-0F95-7342-FF32-68EFBAA461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02973" y="682781"/>
            <a:ext cx="5186053" cy="6175219"/>
          </a:xfrm>
        </p:spPr>
      </p:pic>
    </p:spTree>
    <p:extLst>
      <p:ext uri="{BB962C8B-B14F-4D97-AF65-F5344CB8AC3E}">
        <p14:creationId xmlns:p14="http://schemas.microsoft.com/office/powerpoint/2010/main" val="34604720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A8E86-32E1-22A2-6068-D4903D32C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530" y="-251324"/>
            <a:ext cx="11744218" cy="1325563"/>
          </a:xfrm>
        </p:spPr>
        <p:txBody>
          <a:bodyPr/>
          <a:lstStyle/>
          <a:p>
            <a:r>
              <a:rPr lang="en-US" dirty="0"/>
              <a:t>Food for Thought – Azure Key Vault as Secret Store</a:t>
            </a:r>
            <a:endParaRPr lang="en-IN" dirty="0"/>
          </a:p>
        </p:txBody>
      </p:sp>
      <p:pic>
        <p:nvPicPr>
          <p:cNvPr id="4100" name="Picture 4" descr="Deploying a fully configured AKS cluster in Azure using Terraform">
            <a:extLst>
              <a:ext uri="{FF2B5EF4-FFF2-40B4-BE49-F238E27FC236}">
                <a16:creationId xmlns:a16="http://schemas.microsoft.com/office/drawing/2014/main" id="{800CB866-EE66-0C81-308F-086703C5C80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8607" y="842482"/>
            <a:ext cx="9611177" cy="5705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95784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268</Words>
  <Application>Microsoft Office PowerPoint</Application>
  <PresentationFormat>Widescreen</PresentationFormat>
  <Paragraphs>20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Office Theme</vt:lpstr>
      <vt:lpstr>ConfigMaps  and  Secrets</vt:lpstr>
      <vt:lpstr>Take a Scenario……</vt:lpstr>
      <vt:lpstr>PowerPoint Presentation</vt:lpstr>
      <vt:lpstr>Creating a ConfigMap</vt:lpstr>
      <vt:lpstr>Using a ConfigMap</vt:lpstr>
      <vt:lpstr>Food for Thought – Azure Key Vault as Secret Store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kuljot bakshi</dc:creator>
  <cp:lastModifiedBy>kuljot bakshi</cp:lastModifiedBy>
  <cp:revision>1</cp:revision>
  <dcterms:created xsi:type="dcterms:W3CDTF">2025-07-21T07:31:40Z</dcterms:created>
  <dcterms:modified xsi:type="dcterms:W3CDTF">2025-07-21T08:06:19Z</dcterms:modified>
</cp:coreProperties>
</file>