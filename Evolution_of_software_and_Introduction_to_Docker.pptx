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72"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2C6FB4-E3CB-440B-86A4-44421117B36E}" v="1" dt="2025-07-07T07:01:55.1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26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ljot bakshi" userId="e18f591f5991c12c" providerId="LiveId" clId="{102C6FB4-E3CB-440B-86A4-44421117B36E}"/>
    <pc:docChg chg="custSel addSld modSld">
      <pc:chgData name="kuljot bakshi" userId="e18f591f5991c12c" providerId="LiveId" clId="{102C6FB4-E3CB-440B-86A4-44421117B36E}" dt="2025-07-07T07:28:25.591" v="9" actId="1076"/>
      <pc:docMkLst>
        <pc:docMk/>
      </pc:docMkLst>
      <pc:sldChg chg="modSp mod">
        <pc:chgData name="kuljot bakshi" userId="e18f591f5991c12c" providerId="LiveId" clId="{102C6FB4-E3CB-440B-86A4-44421117B36E}" dt="2025-07-07T07:01:55.117" v="2" actId="1076"/>
        <pc:sldMkLst>
          <pc:docMk/>
          <pc:sldMk cId="2374252682" sldId="263"/>
        </pc:sldMkLst>
        <pc:spChg chg="mod">
          <ac:chgData name="kuljot bakshi" userId="e18f591f5991c12c" providerId="LiveId" clId="{102C6FB4-E3CB-440B-86A4-44421117B36E}" dt="2025-07-07T07:01:48.571" v="0" actId="1076"/>
          <ac:spMkLst>
            <pc:docMk/>
            <pc:sldMk cId="2374252682" sldId="263"/>
            <ac:spMk id="2" creationId="{1D51BDBC-08CB-A877-157A-64EB512F7F28}"/>
          </ac:spMkLst>
        </pc:spChg>
        <pc:spChg chg="mod">
          <ac:chgData name="kuljot bakshi" userId="e18f591f5991c12c" providerId="LiveId" clId="{102C6FB4-E3CB-440B-86A4-44421117B36E}" dt="2025-07-07T07:01:52.110" v="1" actId="1076"/>
          <ac:spMkLst>
            <pc:docMk/>
            <pc:sldMk cId="2374252682" sldId="263"/>
            <ac:spMk id="3" creationId="{E81010C3-593A-8961-8ED3-44F93C28D759}"/>
          </ac:spMkLst>
        </pc:spChg>
        <pc:picChg chg="mod">
          <ac:chgData name="kuljot bakshi" userId="e18f591f5991c12c" providerId="LiveId" clId="{102C6FB4-E3CB-440B-86A4-44421117B36E}" dt="2025-07-07T07:01:55.117" v="2" actId="1076"/>
          <ac:picMkLst>
            <pc:docMk/>
            <pc:sldMk cId="2374252682" sldId="263"/>
            <ac:picMk id="6148" creationId="{747F5679-046F-E4BF-74CF-93DF926CFA0A}"/>
          </ac:picMkLst>
        </pc:picChg>
      </pc:sldChg>
      <pc:sldChg chg="addSp delSp modSp new mod">
        <pc:chgData name="kuljot bakshi" userId="e18f591f5991c12c" providerId="LiveId" clId="{102C6FB4-E3CB-440B-86A4-44421117B36E}" dt="2025-07-07T07:28:25.591" v="9" actId="1076"/>
        <pc:sldMkLst>
          <pc:docMk/>
          <pc:sldMk cId="437540360" sldId="272"/>
        </pc:sldMkLst>
        <pc:spChg chg="del">
          <ac:chgData name="kuljot bakshi" userId="e18f591f5991c12c" providerId="LiveId" clId="{102C6FB4-E3CB-440B-86A4-44421117B36E}" dt="2025-07-07T07:28:17.801" v="5" actId="478"/>
          <ac:spMkLst>
            <pc:docMk/>
            <pc:sldMk cId="437540360" sldId="272"/>
            <ac:spMk id="2" creationId="{65555212-7210-2AC2-A3A0-437DC51BCBCC}"/>
          </ac:spMkLst>
        </pc:spChg>
        <pc:spChg chg="del">
          <ac:chgData name="kuljot bakshi" userId="e18f591f5991c12c" providerId="LiveId" clId="{102C6FB4-E3CB-440B-86A4-44421117B36E}" dt="2025-07-07T07:28:16.150" v="4" actId="22"/>
          <ac:spMkLst>
            <pc:docMk/>
            <pc:sldMk cId="437540360" sldId="272"/>
            <ac:spMk id="3" creationId="{AB7E30B9-B690-E878-ECCD-F3B394DB7C7C}"/>
          </ac:spMkLst>
        </pc:spChg>
        <pc:picChg chg="add mod ord">
          <ac:chgData name="kuljot bakshi" userId="e18f591f5991c12c" providerId="LiveId" clId="{102C6FB4-E3CB-440B-86A4-44421117B36E}" dt="2025-07-07T07:28:25.591" v="9" actId="1076"/>
          <ac:picMkLst>
            <pc:docMk/>
            <pc:sldMk cId="437540360" sldId="272"/>
            <ac:picMk id="5" creationId="{528D1C37-3FFD-FACF-5E4A-E2A219A984D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7288F-DF8D-19B7-EC28-0C3930EA1C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9F26D1D-EBF2-2DA5-2960-33BD597DA3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4862568-B44B-A0F5-FD7F-14A3B60142FE}"/>
              </a:ext>
            </a:extLst>
          </p:cNvPr>
          <p:cNvSpPr>
            <a:spLocks noGrp="1"/>
          </p:cNvSpPr>
          <p:nvPr>
            <p:ph type="dt" sz="half" idx="10"/>
          </p:nvPr>
        </p:nvSpPr>
        <p:spPr/>
        <p:txBody>
          <a:bodyPr/>
          <a:lstStyle/>
          <a:p>
            <a:fld id="{4F075D29-3288-4B06-B0BC-58206CD60677}" type="datetimeFigureOut">
              <a:rPr lang="en-IN" smtClean="0"/>
              <a:t>07-07-2025</a:t>
            </a:fld>
            <a:endParaRPr lang="en-IN"/>
          </a:p>
        </p:txBody>
      </p:sp>
      <p:sp>
        <p:nvSpPr>
          <p:cNvPr id="5" name="Footer Placeholder 4">
            <a:extLst>
              <a:ext uri="{FF2B5EF4-FFF2-40B4-BE49-F238E27FC236}">
                <a16:creationId xmlns:a16="http://schemas.microsoft.com/office/drawing/2014/main" id="{1CA08D3D-FF3D-9D3C-3B04-C91566408E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87577A-34E1-7275-B222-9250C5978D25}"/>
              </a:ext>
            </a:extLst>
          </p:cNvPr>
          <p:cNvSpPr>
            <a:spLocks noGrp="1"/>
          </p:cNvSpPr>
          <p:nvPr>
            <p:ph type="sldNum" sz="quarter" idx="12"/>
          </p:nvPr>
        </p:nvSpPr>
        <p:spPr/>
        <p:txBody>
          <a:bodyPr/>
          <a:lstStyle/>
          <a:p>
            <a:fld id="{49D1F28F-1D62-40A0-9254-CB1959CD2306}" type="slidenum">
              <a:rPr lang="en-IN" smtClean="0"/>
              <a:t>‹#›</a:t>
            </a:fld>
            <a:endParaRPr lang="en-IN"/>
          </a:p>
        </p:txBody>
      </p:sp>
    </p:spTree>
    <p:extLst>
      <p:ext uri="{BB962C8B-B14F-4D97-AF65-F5344CB8AC3E}">
        <p14:creationId xmlns:p14="http://schemas.microsoft.com/office/powerpoint/2010/main" val="2252344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5719B-29E8-4CC9-47B2-195027E7AF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97179AA-8395-E006-9443-27404CC9A2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DD4602-D0FB-7676-9335-BCDE415209D0}"/>
              </a:ext>
            </a:extLst>
          </p:cNvPr>
          <p:cNvSpPr>
            <a:spLocks noGrp="1"/>
          </p:cNvSpPr>
          <p:nvPr>
            <p:ph type="dt" sz="half" idx="10"/>
          </p:nvPr>
        </p:nvSpPr>
        <p:spPr/>
        <p:txBody>
          <a:bodyPr/>
          <a:lstStyle/>
          <a:p>
            <a:fld id="{4F075D29-3288-4B06-B0BC-58206CD60677}" type="datetimeFigureOut">
              <a:rPr lang="en-IN" smtClean="0"/>
              <a:t>07-07-2025</a:t>
            </a:fld>
            <a:endParaRPr lang="en-IN"/>
          </a:p>
        </p:txBody>
      </p:sp>
      <p:sp>
        <p:nvSpPr>
          <p:cNvPr id="5" name="Footer Placeholder 4">
            <a:extLst>
              <a:ext uri="{FF2B5EF4-FFF2-40B4-BE49-F238E27FC236}">
                <a16:creationId xmlns:a16="http://schemas.microsoft.com/office/drawing/2014/main" id="{773AA4F9-6911-F11B-B1B7-018D8C3003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06AEAD-462F-D63B-B050-BA04846BD707}"/>
              </a:ext>
            </a:extLst>
          </p:cNvPr>
          <p:cNvSpPr>
            <a:spLocks noGrp="1"/>
          </p:cNvSpPr>
          <p:nvPr>
            <p:ph type="sldNum" sz="quarter" idx="12"/>
          </p:nvPr>
        </p:nvSpPr>
        <p:spPr/>
        <p:txBody>
          <a:bodyPr/>
          <a:lstStyle/>
          <a:p>
            <a:fld id="{49D1F28F-1D62-40A0-9254-CB1959CD2306}" type="slidenum">
              <a:rPr lang="en-IN" smtClean="0"/>
              <a:t>‹#›</a:t>
            </a:fld>
            <a:endParaRPr lang="en-IN"/>
          </a:p>
        </p:txBody>
      </p:sp>
    </p:spTree>
    <p:extLst>
      <p:ext uri="{BB962C8B-B14F-4D97-AF65-F5344CB8AC3E}">
        <p14:creationId xmlns:p14="http://schemas.microsoft.com/office/powerpoint/2010/main" val="1401035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F7D6C-9167-1CB1-A376-04178648A9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026DD3C-656C-C2C1-74FA-7E08DE9F1B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B418CC-75AB-0EDC-55D2-2C7E7800CE52}"/>
              </a:ext>
            </a:extLst>
          </p:cNvPr>
          <p:cNvSpPr>
            <a:spLocks noGrp="1"/>
          </p:cNvSpPr>
          <p:nvPr>
            <p:ph type="dt" sz="half" idx="10"/>
          </p:nvPr>
        </p:nvSpPr>
        <p:spPr/>
        <p:txBody>
          <a:bodyPr/>
          <a:lstStyle/>
          <a:p>
            <a:fld id="{4F075D29-3288-4B06-B0BC-58206CD60677}" type="datetimeFigureOut">
              <a:rPr lang="en-IN" smtClean="0"/>
              <a:t>07-07-2025</a:t>
            </a:fld>
            <a:endParaRPr lang="en-IN"/>
          </a:p>
        </p:txBody>
      </p:sp>
      <p:sp>
        <p:nvSpPr>
          <p:cNvPr id="5" name="Footer Placeholder 4">
            <a:extLst>
              <a:ext uri="{FF2B5EF4-FFF2-40B4-BE49-F238E27FC236}">
                <a16:creationId xmlns:a16="http://schemas.microsoft.com/office/drawing/2014/main" id="{6111C7B7-3320-DD5D-7C22-A0B404F79A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90407F-B227-9239-9958-5AF600C26842}"/>
              </a:ext>
            </a:extLst>
          </p:cNvPr>
          <p:cNvSpPr>
            <a:spLocks noGrp="1"/>
          </p:cNvSpPr>
          <p:nvPr>
            <p:ph type="sldNum" sz="quarter" idx="12"/>
          </p:nvPr>
        </p:nvSpPr>
        <p:spPr/>
        <p:txBody>
          <a:bodyPr/>
          <a:lstStyle/>
          <a:p>
            <a:fld id="{49D1F28F-1D62-40A0-9254-CB1959CD2306}" type="slidenum">
              <a:rPr lang="en-IN" smtClean="0"/>
              <a:t>‹#›</a:t>
            </a:fld>
            <a:endParaRPr lang="en-IN"/>
          </a:p>
        </p:txBody>
      </p:sp>
    </p:spTree>
    <p:extLst>
      <p:ext uri="{BB962C8B-B14F-4D97-AF65-F5344CB8AC3E}">
        <p14:creationId xmlns:p14="http://schemas.microsoft.com/office/powerpoint/2010/main" val="2277741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99536-89C1-EDBA-BA9E-30ED6E06DC3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C43F83-235C-F5E2-8334-A79A8FFC5D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D855F1B-143E-7674-A207-465E1EB781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8D7CDE1-435E-131E-D556-EC9C4FF01515}"/>
              </a:ext>
            </a:extLst>
          </p:cNvPr>
          <p:cNvSpPr>
            <a:spLocks noGrp="1"/>
          </p:cNvSpPr>
          <p:nvPr>
            <p:ph type="dt" sz="half" idx="10"/>
          </p:nvPr>
        </p:nvSpPr>
        <p:spPr/>
        <p:txBody>
          <a:bodyPr/>
          <a:lstStyle/>
          <a:p>
            <a:fld id="{4F075D29-3288-4B06-B0BC-58206CD60677}" type="datetimeFigureOut">
              <a:rPr lang="en-IN" smtClean="0"/>
              <a:t>07-07-2025</a:t>
            </a:fld>
            <a:endParaRPr lang="en-IN"/>
          </a:p>
        </p:txBody>
      </p:sp>
      <p:sp>
        <p:nvSpPr>
          <p:cNvPr id="6" name="Footer Placeholder 5">
            <a:extLst>
              <a:ext uri="{FF2B5EF4-FFF2-40B4-BE49-F238E27FC236}">
                <a16:creationId xmlns:a16="http://schemas.microsoft.com/office/drawing/2014/main" id="{0914DEA9-2BF2-AE98-2651-2508BDB7D2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42DCAE-6B84-6067-F22B-0E180750D454}"/>
              </a:ext>
            </a:extLst>
          </p:cNvPr>
          <p:cNvSpPr>
            <a:spLocks noGrp="1"/>
          </p:cNvSpPr>
          <p:nvPr>
            <p:ph type="sldNum" sz="quarter" idx="12"/>
          </p:nvPr>
        </p:nvSpPr>
        <p:spPr/>
        <p:txBody>
          <a:bodyPr/>
          <a:lstStyle/>
          <a:p>
            <a:fld id="{49D1F28F-1D62-40A0-9254-CB1959CD2306}" type="slidenum">
              <a:rPr lang="en-IN" smtClean="0"/>
              <a:t>‹#›</a:t>
            </a:fld>
            <a:endParaRPr lang="en-IN"/>
          </a:p>
        </p:txBody>
      </p:sp>
    </p:spTree>
    <p:extLst>
      <p:ext uri="{BB962C8B-B14F-4D97-AF65-F5344CB8AC3E}">
        <p14:creationId xmlns:p14="http://schemas.microsoft.com/office/powerpoint/2010/main" val="991865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0B5BD-B31D-DE9F-6A2E-D192FC7C89A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D2165C-B470-4BA5-2E56-4EAA1FBC3A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FE7EEB-D457-9F29-0BE4-515F6FD903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B4C4C27-2D84-97DD-DEB0-9129A10DCE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BD7614-9E83-A274-E52E-2CB0F8C417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5382572-BB65-AD02-E726-0E0635DFFF69}"/>
              </a:ext>
            </a:extLst>
          </p:cNvPr>
          <p:cNvSpPr>
            <a:spLocks noGrp="1"/>
          </p:cNvSpPr>
          <p:nvPr>
            <p:ph type="dt" sz="half" idx="10"/>
          </p:nvPr>
        </p:nvSpPr>
        <p:spPr/>
        <p:txBody>
          <a:bodyPr/>
          <a:lstStyle/>
          <a:p>
            <a:fld id="{4F075D29-3288-4B06-B0BC-58206CD60677}" type="datetimeFigureOut">
              <a:rPr lang="en-IN" smtClean="0"/>
              <a:t>07-07-2025</a:t>
            </a:fld>
            <a:endParaRPr lang="en-IN"/>
          </a:p>
        </p:txBody>
      </p:sp>
      <p:sp>
        <p:nvSpPr>
          <p:cNvPr id="8" name="Footer Placeholder 7">
            <a:extLst>
              <a:ext uri="{FF2B5EF4-FFF2-40B4-BE49-F238E27FC236}">
                <a16:creationId xmlns:a16="http://schemas.microsoft.com/office/drawing/2014/main" id="{DCBE90DC-C94F-59C9-9ADA-67CD7C03DE9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D3B7DA7-ADE6-2B7D-9222-9E405E8D4EB6}"/>
              </a:ext>
            </a:extLst>
          </p:cNvPr>
          <p:cNvSpPr>
            <a:spLocks noGrp="1"/>
          </p:cNvSpPr>
          <p:nvPr>
            <p:ph type="sldNum" sz="quarter" idx="12"/>
          </p:nvPr>
        </p:nvSpPr>
        <p:spPr/>
        <p:txBody>
          <a:bodyPr/>
          <a:lstStyle/>
          <a:p>
            <a:fld id="{49D1F28F-1D62-40A0-9254-CB1959CD2306}" type="slidenum">
              <a:rPr lang="en-IN" smtClean="0"/>
              <a:t>‹#›</a:t>
            </a:fld>
            <a:endParaRPr lang="en-IN"/>
          </a:p>
        </p:txBody>
      </p:sp>
    </p:spTree>
    <p:extLst>
      <p:ext uri="{BB962C8B-B14F-4D97-AF65-F5344CB8AC3E}">
        <p14:creationId xmlns:p14="http://schemas.microsoft.com/office/powerpoint/2010/main" val="3735032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4BEB8-61F7-8A58-6521-E1241F4D025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7AC303B-9CBF-F97B-6252-DF2C97E82193}"/>
              </a:ext>
            </a:extLst>
          </p:cNvPr>
          <p:cNvSpPr>
            <a:spLocks noGrp="1"/>
          </p:cNvSpPr>
          <p:nvPr>
            <p:ph type="dt" sz="half" idx="10"/>
          </p:nvPr>
        </p:nvSpPr>
        <p:spPr/>
        <p:txBody>
          <a:bodyPr/>
          <a:lstStyle/>
          <a:p>
            <a:fld id="{4F075D29-3288-4B06-B0BC-58206CD60677}" type="datetimeFigureOut">
              <a:rPr lang="en-IN" smtClean="0"/>
              <a:t>07-07-2025</a:t>
            </a:fld>
            <a:endParaRPr lang="en-IN"/>
          </a:p>
        </p:txBody>
      </p:sp>
      <p:sp>
        <p:nvSpPr>
          <p:cNvPr id="4" name="Footer Placeholder 3">
            <a:extLst>
              <a:ext uri="{FF2B5EF4-FFF2-40B4-BE49-F238E27FC236}">
                <a16:creationId xmlns:a16="http://schemas.microsoft.com/office/drawing/2014/main" id="{14C03D45-F40D-1A3F-64FA-42DB3CAF6C7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1D196F2-2604-F454-D3F8-EF88374DD066}"/>
              </a:ext>
            </a:extLst>
          </p:cNvPr>
          <p:cNvSpPr>
            <a:spLocks noGrp="1"/>
          </p:cNvSpPr>
          <p:nvPr>
            <p:ph type="sldNum" sz="quarter" idx="12"/>
          </p:nvPr>
        </p:nvSpPr>
        <p:spPr/>
        <p:txBody>
          <a:bodyPr/>
          <a:lstStyle/>
          <a:p>
            <a:fld id="{49D1F28F-1D62-40A0-9254-CB1959CD2306}" type="slidenum">
              <a:rPr lang="en-IN" smtClean="0"/>
              <a:t>‹#›</a:t>
            </a:fld>
            <a:endParaRPr lang="en-IN"/>
          </a:p>
        </p:txBody>
      </p:sp>
    </p:spTree>
    <p:extLst>
      <p:ext uri="{BB962C8B-B14F-4D97-AF65-F5344CB8AC3E}">
        <p14:creationId xmlns:p14="http://schemas.microsoft.com/office/powerpoint/2010/main" val="1744944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D7CD8C-A608-D780-E908-7D609970A141}"/>
              </a:ext>
            </a:extLst>
          </p:cNvPr>
          <p:cNvSpPr>
            <a:spLocks noGrp="1"/>
          </p:cNvSpPr>
          <p:nvPr>
            <p:ph type="dt" sz="half" idx="10"/>
          </p:nvPr>
        </p:nvSpPr>
        <p:spPr/>
        <p:txBody>
          <a:bodyPr/>
          <a:lstStyle/>
          <a:p>
            <a:fld id="{4F075D29-3288-4B06-B0BC-58206CD60677}" type="datetimeFigureOut">
              <a:rPr lang="en-IN" smtClean="0"/>
              <a:t>07-07-2025</a:t>
            </a:fld>
            <a:endParaRPr lang="en-IN"/>
          </a:p>
        </p:txBody>
      </p:sp>
      <p:sp>
        <p:nvSpPr>
          <p:cNvPr id="3" name="Footer Placeholder 2">
            <a:extLst>
              <a:ext uri="{FF2B5EF4-FFF2-40B4-BE49-F238E27FC236}">
                <a16:creationId xmlns:a16="http://schemas.microsoft.com/office/drawing/2014/main" id="{B65DD814-B2CF-EE3E-75B9-0E11B912DF4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28C141F-3493-A3B7-ED71-133B5EBA73A5}"/>
              </a:ext>
            </a:extLst>
          </p:cNvPr>
          <p:cNvSpPr>
            <a:spLocks noGrp="1"/>
          </p:cNvSpPr>
          <p:nvPr>
            <p:ph type="sldNum" sz="quarter" idx="12"/>
          </p:nvPr>
        </p:nvSpPr>
        <p:spPr/>
        <p:txBody>
          <a:bodyPr/>
          <a:lstStyle/>
          <a:p>
            <a:fld id="{49D1F28F-1D62-40A0-9254-CB1959CD2306}" type="slidenum">
              <a:rPr lang="en-IN" smtClean="0"/>
              <a:t>‹#›</a:t>
            </a:fld>
            <a:endParaRPr lang="en-IN"/>
          </a:p>
        </p:txBody>
      </p:sp>
    </p:spTree>
    <p:extLst>
      <p:ext uri="{BB962C8B-B14F-4D97-AF65-F5344CB8AC3E}">
        <p14:creationId xmlns:p14="http://schemas.microsoft.com/office/powerpoint/2010/main" val="224421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EC584-F3B9-9303-A07C-B5EC228A3E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310CB1B-5D50-2B35-2979-12EAEFC23E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AA4A406-2BFD-91CE-EB05-84566609BE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453641-609C-A6BC-974F-290E67F8DA5B}"/>
              </a:ext>
            </a:extLst>
          </p:cNvPr>
          <p:cNvSpPr>
            <a:spLocks noGrp="1"/>
          </p:cNvSpPr>
          <p:nvPr>
            <p:ph type="dt" sz="half" idx="10"/>
          </p:nvPr>
        </p:nvSpPr>
        <p:spPr/>
        <p:txBody>
          <a:bodyPr/>
          <a:lstStyle/>
          <a:p>
            <a:fld id="{4F075D29-3288-4B06-B0BC-58206CD60677}" type="datetimeFigureOut">
              <a:rPr lang="en-IN" smtClean="0"/>
              <a:t>07-07-2025</a:t>
            </a:fld>
            <a:endParaRPr lang="en-IN"/>
          </a:p>
        </p:txBody>
      </p:sp>
      <p:sp>
        <p:nvSpPr>
          <p:cNvPr id="6" name="Footer Placeholder 5">
            <a:extLst>
              <a:ext uri="{FF2B5EF4-FFF2-40B4-BE49-F238E27FC236}">
                <a16:creationId xmlns:a16="http://schemas.microsoft.com/office/drawing/2014/main" id="{8511885B-94CB-119E-D3E2-3CC70FA182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24959D-9D13-084E-1D9C-E799A1DE5969}"/>
              </a:ext>
            </a:extLst>
          </p:cNvPr>
          <p:cNvSpPr>
            <a:spLocks noGrp="1"/>
          </p:cNvSpPr>
          <p:nvPr>
            <p:ph type="sldNum" sz="quarter" idx="12"/>
          </p:nvPr>
        </p:nvSpPr>
        <p:spPr/>
        <p:txBody>
          <a:bodyPr/>
          <a:lstStyle/>
          <a:p>
            <a:fld id="{49D1F28F-1D62-40A0-9254-CB1959CD2306}" type="slidenum">
              <a:rPr lang="en-IN" smtClean="0"/>
              <a:t>‹#›</a:t>
            </a:fld>
            <a:endParaRPr lang="en-IN"/>
          </a:p>
        </p:txBody>
      </p:sp>
    </p:spTree>
    <p:extLst>
      <p:ext uri="{BB962C8B-B14F-4D97-AF65-F5344CB8AC3E}">
        <p14:creationId xmlns:p14="http://schemas.microsoft.com/office/powerpoint/2010/main" val="1374612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A1329-3033-2887-A8E0-E1D4B3B3B6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D58C411-8310-54A7-4048-7DD247FBEB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BDEE29F-1D5C-9A57-7BE3-9BF49AAE3F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31A567-2A5D-F1E7-225A-84B5B3657A9A}"/>
              </a:ext>
            </a:extLst>
          </p:cNvPr>
          <p:cNvSpPr>
            <a:spLocks noGrp="1"/>
          </p:cNvSpPr>
          <p:nvPr>
            <p:ph type="dt" sz="half" idx="10"/>
          </p:nvPr>
        </p:nvSpPr>
        <p:spPr/>
        <p:txBody>
          <a:bodyPr/>
          <a:lstStyle/>
          <a:p>
            <a:fld id="{4F075D29-3288-4B06-B0BC-58206CD60677}" type="datetimeFigureOut">
              <a:rPr lang="en-IN" smtClean="0"/>
              <a:t>07-07-2025</a:t>
            </a:fld>
            <a:endParaRPr lang="en-IN"/>
          </a:p>
        </p:txBody>
      </p:sp>
      <p:sp>
        <p:nvSpPr>
          <p:cNvPr id="6" name="Footer Placeholder 5">
            <a:extLst>
              <a:ext uri="{FF2B5EF4-FFF2-40B4-BE49-F238E27FC236}">
                <a16:creationId xmlns:a16="http://schemas.microsoft.com/office/drawing/2014/main" id="{54EC6169-CB04-95E0-8820-7246CFBEAD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7ADA7B-282F-1EF3-C6C4-44FBF852E011}"/>
              </a:ext>
            </a:extLst>
          </p:cNvPr>
          <p:cNvSpPr>
            <a:spLocks noGrp="1"/>
          </p:cNvSpPr>
          <p:nvPr>
            <p:ph type="sldNum" sz="quarter" idx="12"/>
          </p:nvPr>
        </p:nvSpPr>
        <p:spPr/>
        <p:txBody>
          <a:bodyPr/>
          <a:lstStyle/>
          <a:p>
            <a:fld id="{49D1F28F-1D62-40A0-9254-CB1959CD2306}" type="slidenum">
              <a:rPr lang="en-IN" smtClean="0"/>
              <a:t>‹#›</a:t>
            </a:fld>
            <a:endParaRPr lang="en-IN"/>
          </a:p>
        </p:txBody>
      </p:sp>
    </p:spTree>
    <p:extLst>
      <p:ext uri="{BB962C8B-B14F-4D97-AF65-F5344CB8AC3E}">
        <p14:creationId xmlns:p14="http://schemas.microsoft.com/office/powerpoint/2010/main" val="1941633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B6AA-DB10-8A7A-8AF8-EB5AEB72579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23E69A-D4B7-135A-603C-893B2B0093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B8F4EC-59BA-371E-06E2-E4B990D32C04}"/>
              </a:ext>
            </a:extLst>
          </p:cNvPr>
          <p:cNvSpPr>
            <a:spLocks noGrp="1"/>
          </p:cNvSpPr>
          <p:nvPr>
            <p:ph type="dt" sz="half" idx="10"/>
          </p:nvPr>
        </p:nvSpPr>
        <p:spPr/>
        <p:txBody>
          <a:bodyPr/>
          <a:lstStyle/>
          <a:p>
            <a:fld id="{4F075D29-3288-4B06-B0BC-58206CD60677}" type="datetimeFigureOut">
              <a:rPr lang="en-IN" smtClean="0"/>
              <a:t>07-07-2025</a:t>
            </a:fld>
            <a:endParaRPr lang="en-IN"/>
          </a:p>
        </p:txBody>
      </p:sp>
      <p:sp>
        <p:nvSpPr>
          <p:cNvPr id="5" name="Footer Placeholder 4">
            <a:extLst>
              <a:ext uri="{FF2B5EF4-FFF2-40B4-BE49-F238E27FC236}">
                <a16:creationId xmlns:a16="http://schemas.microsoft.com/office/drawing/2014/main" id="{34085A16-F561-41A3-92CB-DC2BEABBE7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8F7A43-E4CF-E7FD-375F-A7804E288462}"/>
              </a:ext>
            </a:extLst>
          </p:cNvPr>
          <p:cNvSpPr>
            <a:spLocks noGrp="1"/>
          </p:cNvSpPr>
          <p:nvPr>
            <p:ph type="sldNum" sz="quarter" idx="12"/>
          </p:nvPr>
        </p:nvSpPr>
        <p:spPr/>
        <p:txBody>
          <a:bodyPr/>
          <a:lstStyle/>
          <a:p>
            <a:fld id="{49D1F28F-1D62-40A0-9254-CB1959CD2306}" type="slidenum">
              <a:rPr lang="en-IN" smtClean="0"/>
              <a:t>‹#›</a:t>
            </a:fld>
            <a:endParaRPr lang="en-IN"/>
          </a:p>
        </p:txBody>
      </p:sp>
    </p:spTree>
    <p:extLst>
      <p:ext uri="{BB962C8B-B14F-4D97-AF65-F5344CB8AC3E}">
        <p14:creationId xmlns:p14="http://schemas.microsoft.com/office/powerpoint/2010/main" val="3320650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9BFD3B-8CD8-0AE6-9F0D-82DE00EC39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703F9C-7999-93D2-12BB-1ED5FDB2B7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947B53-543A-B6FA-2456-CDD34CDDC1A2}"/>
              </a:ext>
            </a:extLst>
          </p:cNvPr>
          <p:cNvSpPr>
            <a:spLocks noGrp="1"/>
          </p:cNvSpPr>
          <p:nvPr>
            <p:ph type="dt" sz="half" idx="10"/>
          </p:nvPr>
        </p:nvSpPr>
        <p:spPr/>
        <p:txBody>
          <a:bodyPr/>
          <a:lstStyle/>
          <a:p>
            <a:fld id="{4F075D29-3288-4B06-B0BC-58206CD60677}" type="datetimeFigureOut">
              <a:rPr lang="en-IN" smtClean="0"/>
              <a:t>07-07-2025</a:t>
            </a:fld>
            <a:endParaRPr lang="en-IN"/>
          </a:p>
        </p:txBody>
      </p:sp>
      <p:sp>
        <p:nvSpPr>
          <p:cNvPr id="5" name="Footer Placeholder 4">
            <a:extLst>
              <a:ext uri="{FF2B5EF4-FFF2-40B4-BE49-F238E27FC236}">
                <a16:creationId xmlns:a16="http://schemas.microsoft.com/office/drawing/2014/main" id="{6D4C8064-29C6-1C65-E2B6-CD935FE4F5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88A5E8-080E-A2BE-51E6-1156E467A118}"/>
              </a:ext>
            </a:extLst>
          </p:cNvPr>
          <p:cNvSpPr>
            <a:spLocks noGrp="1"/>
          </p:cNvSpPr>
          <p:nvPr>
            <p:ph type="sldNum" sz="quarter" idx="12"/>
          </p:nvPr>
        </p:nvSpPr>
        <p:spPr/>
        <p:txBody>
          <a:bodyPr/>
          <a:lstStyle/>
          <a:p>
            <a:fld id="{49D1F28F-1D62-40A0-9254-CB1959CD2306}" type="slidenum">
              <a:rPr lang="en-IN" smtClean="0"/>
              <a:t>‹#›</a:t>
            </a:fld>
            <a:endParaRPr lang="en-IN"/>
          </a:p>
        </p:txBody>
      </p:sp>
    </p:spTree>
    <p:extLst>
      <p:ext uri="{BB962C8B-B14F-4D97-AF65-F5344CB8AC3E}">
        <p14:creationId xmlns:p14="http://schemas.microsoft.com/office/powerpoint/2010/main" val="2666653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A152DB-5728-9365-1DF2-377F47E204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89D873-DFE2-16D7-021C-0485869F4D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4E553E-1AC5-3581-18E1-7380044633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075D29-3288-4B06-B0BC-58206CD60677}" type="datetimeFigureOut">
              <a:rPr lang="en-IN" smtClean="0"/>
              <a:t>07-07-2025</a:t>
            </a:fld>
            <a:endParaRPr lang="en-IN"/>
          </a:p>
        </p:txBody>
      </p:sp>
      <p:sp>
        <p:nvSpPr>
          <p:cNvPr id="5" name="Footer Placeholder 4">
            <a:extLst>
              <a:ext uri="{FF2B5EF4-FFF2-40B4-BE49-F238E27FC236}">
                <a16:creationId xmlns:a16="http://schemas.microsoft.com/office/drawing/2014/main" id="{A90118C6-8AA8-3481-48F3-E7B7FC1DD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A8A38E9-B72E-7046-F66A-C6D5DDA329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D1F28F-1D62-40A0-9254-CB1959CD2306}" type="slidenum">
              <a:rPr lang="en-IN" smtClean="0"/>
              <a:t>‹#›</a:t>
            </a:fld>
            <a:endParaRPr lang="en-IN"/>
          </a:p>
        </p:txBody>
      </p:sp>
    </p:spTree>
    <p:extLst>
      <p:ext uri="{BB962C8B-B14F-4D97-AF65-F5344CB8AC3E}">
        <p14:creationId xmlns:p14="http://schemas.microsoft.com/office/powerpoint/2010/main" val="16615069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C4219-5849-F9C2-DB58-F5D9D64E28CA}"/>
              </a:ext>
            </a:extLst>
          </p:cNvPr>
          <p:cNvSpPr>
            <a:spLocks noGrp="1"/>
          </p:cNvSpPr>
          <p:nvPr>
            <p:ph type="ctrTitle"/>
          </p:nvPr>
        </p:nvSpPr>
        <p:spPr/>
        <p:txBody>
          <a:bodyPr/>
          <a:lstStyle/>
          <a:p>
            <a:r>
              <a:rPr lang="en-US" dirty="0"/>
              <a:t>Evolution of Software</a:t>
            </a:r>
            <a:endParaRPr lang="en-IN" dirty="0"/>
          </a:p>
        </p:txBody>
      </p:sp>
      <p:sp>
        <p:nvSpPr>
          <p:cNvPr id="3" name="Subtitle 2">
            <a:extLst>
              <a:ext uri="{FF2B5EF4-FFF2-40B4-BE49-F238E27FC236}">
                <a16:creationId xmlns:a16="http://schemas.microsoft.com/office/drawing/2014/main" id="{FABE5959-8678-9495-7DD6-E1B51A66AF1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394526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omputer program">
            <a:extLst>
              <a:ext uri="{FF2B5EF4-FFF2-40B4-BE49-F238E27FC236}">
                <a16:creationId xmlns:a16="http://schemas.microsoft.com/office/drawing/2014/main" id="{65BB16D2-C41D-6A44-AC8E-4A16AA96D6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1554" y="170495"/>
            <a:ext cx="10497969" cy="6517009"/>
          </a:xfrm>
        </p:spPr>
      </p:pic>
    </p:spTree>
    <p:extLst>
      <p:ext uri="{BB962C8B-B14F-4D97-AF65-F5344CB8AC3E}">
        <p14:creationId xmlns:p14="http://schemas.microsoft.com/office/powerpoint/2010/main" val="1082926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A9DBF-42EE-40ED-45BA-9C1056F4D4FB}"/>
              </a:ext>
            </a:extLst>
          </p:cNvPr>
          <p:cNvSpPr>
            <a:spLocks noGrp="1"/>
          </p:cNvSpPr>
          <p:nvPr>
            <p:ph type="title"/>
          </p:nvPr>
        </p:nvSpPr>
        <p:spPr>
          <a:xfrm>
            <a:off x="838200" y="0"/>
            <a:ext cx="10515600" cy="1325563"/>
          </a:xfrm>
        </p:spPr>
        <p:txBody>
          <a:bodyPr/>
          <a:lstStyle/>
          <a:p>
            <a:pPr algn="ctr"/>
            <a:r>
              <a:rPr lang="en-US" dirty="0"/>
              <a:t>Software Architecture has Also Evolved!</a:t>
            </a:r>
            <a:endParaRPr lang="en-IN" dirty="0"/>
          </a:p>
        </p:txBody>
      </p:sp>
      <p:pic>
        <p:nvPicPr>
          <p:cNvPr id="2050" name="Picture 2" descr="Evolution of application Software architecture">
            <a:extLst>
              <a:ext uri="{FF2B5EF4-FFF2-40B4-BE49-F238E27FC236}">
                <a16:creationId xmlns:a16="http://schemas.microsoft.com/office/drawing/2014/main" id="{2E018EBA-4BD7-0841-3E85-B02D03C0B5F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6924" y="1325563"/>
            <a:ext cx="11696733" cy="46236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101A6DF-E257-F724-F841-56C48468A5C1}"/>
              </a:ext>
            </a:extLst>
          </p:cNvPr>
          <p:cNvSpPr txBox="1"/>
          <p:nvPr/>
        </p:nvSpPr>
        <p:spPr>
          <a:xfrm>
            <a:off x="7520684" y="6308333"/>
            <a:ext cx="3092521" cy="369332"/>
          </a:xfrm>
          <a:prstGeom prst="rect">
            <a:avLst/>
          </a:prstGeom>
          <a:noFill/>
        </p:spPr>
        <p:txBody>
          <a:bodyPr wrap="square" rtlCol="0">
            <a:spAutoFit/>
          </a:bodyPr>
          <a:lstStyle/>
          <a:p>
            <a:pPr algn="ctr"/>
            <a:r>
              <a:rPr lang="en-US" dirty="0">
                <a:solidFill>
                  <a:srgbClr val="FF0000"/>
                </a:solidFill>
                <a:highlight>
                  <a:srgbClr val="FFFF00"/>
                </a:highlight>
              </a:rPr>
              <a:t>Azure Kubernetes Service</a:t>
            </a:r>
            <a:endParaRPr lang="en-IN" dirty="0">
              <a:solidFill>
                <a:srgbClr val="FF0000"/>
              </a:solidFill>
              <a:highlight>
                <a:srgbClr val="FFFF00"/>
              </a:highlight>
            </a:endParaRPr>
          </a:p>
        </p:txBody>
      </p:sp>
      <p:cxnSp>
        <p:nvCxnSpPr>
          <p:cNvPr id="6" name="Straight Arrow Connector 5">
            <a:extLst>
              <a:ext uri="{FF2B5EF4-FFF2-40B4-BE49-F238E27FC236}">
                <a16:creationId xmlns:a16="http://schemas.microsoft.com/office/drawing/2014/main" id="{4FA31199-F7F9-A3E0-3B0E-BF865D2A4A8A}"/>
              </a:ext>
            </a:extLst>
          </p:cNvPr>
          <p:cNvCxnSpPr>
            <a:endCxn id="4" idx="0"/>
          </p:cNvCxnSpPr>
          <p:nvPr/>
        </p:nvCxnSpPr>
        <p:spPr>
          <a:xfrm>
            <a:off x="7520684" y="5835721"/>
            <a:ext cx="1546261" cy="4726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D160D818-E0EF-6473-68EA-15405677D0BB}"/>
              </a:ext>
            </a:extLst>
          </p:cNvPr>
          <p:cNvCxnSpPr>
            <a:cxnSpLocks/>
            <a:endCxn id="4" idx="0"/>
          </p:cNvCxnSpPr>
          <p:nvPr/>
        </p:nvCxnSpPr>
        <p:spPr>
          <a:xfrm flipH="1">
            <a:off x="9066945" y="5820548"/>
            <a:ext cx="1073648" cy="4877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2042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EE567-652E-CF57-563C-9E7D1FC10678}"/>
              </a:ext>
            </a:extLst>
          </p:cNvPr>
          <p:cNvSpPr>
            <a:spLocks noGrp="1"/>
          </p:cNvSpPr>
          <p:nvPr>
            <p:ph type="title"/>
          </p:nvPr>
        </p:nvSpPr>
        <p:spPr>
          <a:xfrm>
            <a:off x="1095054" y="-179406"/>
            <a:ext cx="10515600" cy="1325563"/>
          </a:xfrm>
        </p:spPr>
        <p:txBody>
          <a:bodyPr/>
          <a:lstStyle/>
          <a:p>
            <a:r>
              <a:rPr lang="en-US" dirty="0"/>
              <a:t>It Works on My Machine – a Software Classic!</a:t>
            </a:r>
            <a:endParaRPr lang="en-IN" dirty="0"/>
          </a:p>
        </p:txBody>
      </p:sp>
      <p:pic>
        <p:nvPicPr>
          <p:cNvPr id="3074" name="Picture 2" descr="How to eliminate “Works on My Machine” Issues">
            <a:extLst>
              <a:ext uri="{FF2B5EF4-FFF2-40B4-BE49-F238E27FC236}">
                <a16:creationId xmlns:a16="http://schemas.microsoft.com/office/drawing/2014/main" id="{6CF7DC65-DC5E-232D-2C3F-BF2EB181D1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746" y="866026"/>
            <a:ext cx="5991974" cy="599197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you-are-not-in-a-software-project-until-someone-says-it-works-on-my-machine  – El Bruno">
            <a:extLst>
              <a:ext uri="{FF2B5EF4-FFF2-40B4-BE49-F238E27FC236}">
                <a16:creationId xmlns:a16="http://schemas.microsoft.com/office/drawing/2014/main" id="{821038D3-F112-37F8-4AB9-85CDDA8C79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8356" y="1987675"/>
            <a:ext cx="5410200" cy="3190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8354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B2CD7-8915-0938-19BE-C4D9E7A719C0}"/>
              </a:ext>
            </a:extLst>
          </p:cNvPr>
          <p:cNvSpPr>
            <a:spLocks noGrp="1"/>
          </p:cNvSpPr>
          <p:nvPr>
            <p:ph type="title"/>
          </p:nvPr>
        </p:nvSpPr>
        <p:spPr>
          <a:xfrm>
            <a:off x="838200" y="0"/>
            <a:ext cx="10515600" cy="1325563"/>
          </a:xfrm>
        </p:spPr>
        <p:txBody>
          <a:bodyPr/>
          <a:lstStyle/>
          <a:p>
            <a:pPr algn="ctr"/>
            <a:r>
              <a:rPr lang="en-US" dirty="0"/>
              <a:t>So…………..What is the Problem?</a:t>
            </a:r>
            <a:endParaRPr lang="en-IN" dirty="0"/>
          </a:p>
        </p:txBody>
      </p:sp>
      <p:sp>
        <p:nvSpPr>
          <p:cNvPr id="3" name="Content Placeholder 2">
            <a:extLst>
              <a:ext uri="{FF2B5EF4-FFF2-40B4-BE49-F238E27FC236}">
                <a16:creationId xmlns:a16="http://schemas.microsoft.com/office/drawing/2014/main" id="{9EFF4CF5-AEF4-27B7-1653-C68FEDA2D9CA}"/>
              </a:ext>
            </a:extLst>
          </p:cNvPr>
          <p:cNvSpPr>
            <a:spLocks noGrp="1"/>
          </p:cNvSpPr>
          <p:nvPr>
            <p:ph idx="1"/>
          </p:nvPr>
        </p:nvSpPr>
        <p:spPr>
          <a:xfrm>
            <a:off x="190072" y="1537949"/>
            <a:ext cx="11811856" cy="1030591"/>
          </a:xfrm>
        </p:spPr>
        <p:txBody>
          <a:bodyPr/>
          <a:lstStyle/>
          <a:p>
            <a:pPr marL="0" indent="0">
              <a:buNone/>
            </a:pPr>
            <a:r>
              <a:rPr lang="en-US" dirty="0"/>
              <a:t>The problem are Virtual Machines – these are hard to manage and replicate</a:t>
            </a:r>
            <a:endParaRPr lang="en-IN" dirty="0"/>
          </a:p>
        </p:txBody>
      </p:sp>
      <p:pic>
        <p:nvPicPr>
          <p:cNvPr id="4098" name="Picture 2" descr="Embedded - Efficient MLOps through AI application containerization">
            <a:extLst>
              <a:ext uri="{FF2B5EF4-FFF2-40B4-BE49-F238E27FC236}">
                <a16:creationId xmlns:a16="http://schemas.microsoft.com/office/drawing/2014/main" id="{96CA9EF1-D53A-FE77-E85F-46B73D0AA6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973" y="2322957"/>
            <a:ext cx="6255910" cy="4290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2337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B4911-D0C8-607C-397E-FB132EC30CF5}"/>
              </a:ext>
            </a:extLst>
          </p:cNvPr>
          <p:cNvSpPr>
            <a:spLocks noGrp="1"/>
          </p:cNvSpPr>
          <p:nvPr>
            <p:ph type="title"/>
          </p:nvPr>
        </p:nvSpPr>
        <p:spPr>
          <a:xfrm>
            <a:off x="631371" y="0"/>
            <a:ext cx="12192000" cy="1325563"/>
          </a:xfrm>
        </p:spPr>
        <p:txBody>
          <a:bodyPr>
            <a:normAutofit/>
          </a:bodyPr>
          <a:lstStyle/>
          <a:p>
            <a:r>
              <a:rPr lang="en-US" sz="3600" dirty="0"/>
              <a:t>What is Docker….or wait, what is Software </a:t>
            </a:r>
            <a:r>
              <a:rPr lang="en-US" sz="3600" dirty="0" err="1"/>
              <a:t>Containerisation</a:t>
            </a:r>
            <a:r>
              <a:rPr lang="en-US" sz="3600" dirty="0"/>
              <a:t>?</a:t>
            </a:r>
            <a:endParaRPr lang="en-IN" sz="3600" dirty="0"/>
          </a:p>
        </p:txBody>
      </p:sp>
      <p:sp>
        <p:nvSpPr>
          <p:cNvPr id="3" name="Content Placeholder 2">
            <a:extLst>
              <a:ext uri="{FF2B5EF4-FFF2-40B4-BE49-F238E27FC236}">
                <a16:creationId xmlns:a16="http://schemas.microsoft.com/office/drawing/2014/main" id="{27AFF6FD-F16D-3A49-673E-F4E706A8DADE}"/>
              </a:ext>
            </a:extLst>
          </p:cNvPr>
          <p:cNvSpPr>
            <a:spLocks noGrp="1"/>
          </p:cNvSpPr>
          <p:nvPr>
            <p:ph idx="1"/>
          </p:nvPr>
        </p:nvSpPr>
        <p:spPr>
          <a:xfrm>
            <a:off x="1015063" y="1147530"/>
            <a:ext cx="10545566" cy="1603375"/>
          </a:xfrm>
        </p:spPr>
        <p:style>
          <a:lnRef idx="2">
            <a:schemeClr val="accent2"/>
          </a:lnRef>
          <a:fillRef idx="1">
            <a:schemeClr val="lt1"/>
          </a:fillRef>
          <a:effectRef idx="0">
            <a:schemeClr val="accent2"/>
          </a:effectRef>
          <a:fontRef idx="minor">
            <a:schemeClr val="dk1"/>
          </a:fontRef>
        </p:style>
        <p:txBody>
          <a:bodyPr>
            <a:normAutofit lnSpcReduction="10000"/>
          </a:bodyPr>
          <a:lstStyle/>
          <a:p>
            <a:pPr marL="0" indent="0">
              <a:buNone/>
            </a:pPr>
            <a:r>
              <a:rPr lang="en-US" dirty="0"/>
              <a:t>Software containerization is an OS-virtualization method used to deploy and run containers without using a virtual machine (VM). Containers can run on physical hardware, in the cloud, on VMs, and across multiple operating systems.</a:t>
            </a:r>
            <a:endParaRPr lang="en-IN" dirty="0"/>
          </a:p>
        </p:txBody>
      </p:sp>
      <p:pic>
        <p:nvPicPr>
          <p:cNvPr id="5122" name="Picture 2" descr="What Is Containerization?">
            <a:extLst>
              <a:ext uri="{FF2B5EF4-FFF2-40B4-BE49-F238E27FC236}">
                <a16:creationId xmlns:a16="http://schemas.microsoft.com/office/drawing/2014/main" id="{6C9194F1-0440-7A20-9ABE-0009F3E753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8812" y="2882705"/>
            <a:ext cx="7448765" cy="3891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8198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1BDBC-08CB-A877-157A-64EB512F7F28}"/>
              </a:ext>
            </a:extLst>
          </p:cNvPr>
          <p:cNvSpPr>
            <a:spLocks noGrp="1"/>
          </p:cNvSpPr>
          <p:nvPr>
            <p:ph type="title"/>
          </p:nvPr>
        </p:nvSpPr>
        <p:spPr>
          <a:xfrm>
            <a:off x="2625903" y="0"/>
            <a:ext cx="10515600" cy="1325563"/>
          </a:xfrm>
        </p:spPr>
        <p:txBody>
          <a:bodyPr/>
          <a:lstStyle/>
          <a:p>
            <a:r>
              <a:rPr lang="en-US" dirty="0"/>
              <a:t>Aha….now what about Docker?</a:t>
            </a:r>
            <a:endParaRPr lang="en-IN" dirty="0"/>
          </a:p>
        </p:txBody>
      </p:sp>
      <p:sp>
        <p:nvSpPr>
          <p:cNvPr id="3" name="Content Placeholder 2">
            <a:extLst>
              <a:ext uri="{FF2B5EF4-FFF2-40B4-BE49-F238E27FC236}">
                <a16:creationId xmlns:a16="http://schemas.microsoft.com/office/drawing/2014/main" id="{E81010C3-593A-8961-8ED3-44F93C28D759}"/>
              </a:ext>
            </a:extLst>
          </p:cNvPr>
          <p:cNvSpPr>
            <a:spLocks noGrp="1"/>
          </p:cNvSpPr>
          <p:nvPr>
            <p:ph idx="1"/>
          </p:nvPr>
        </p:nvSpPr>
        <p:spPr>
          <a:xfrm>
            <a:off x="622871" y="1175785"/>
            <a:ext cx="10946258" cy="2253215"/>
          </a:xfrm>
        </p:spPr>
        <p:style>
          <a:lnRef idx="2">
            <a:schemeClr val="accent2"/>
          </a:lnRef>
          <a:fillRef idx="1">
            <a:schemeClr val="lt1"/>
          </a:fillRef>
          <a:effectRef idx="0">
            <a:schemeClr val="accent2"/>
          </a:effectRef>
          <a:fontRef idx="minor">
            <a:schemeClr val="dk1"/>
          </a:fontRef>
        </p:style>
        <p:txBody>
          <a:bodyPr>
            <a:normAutofit/>
          </a:bodyPr>
          <a:lstStyle/>
          <a:p>
            <a:pPr marL="0" indent="0">
              <a:buNone/>
            </a:pPr>
            <a:r>
              <a:rPr lang="en-US" sz="2400" dirty="0"/>
              <a:t>Docker is a containerization platform used to develop, ship, and run containers. Docker doesn't use a hypervisor, and you can run Docker on your desktop or laptop if you're developing and testing applications. The desktop version of Docker supports Linux, Windows, and macOS. For production systems, Docker is available for server environments, including many variants of Linux and Microsoft Windows Server 2016 and above. Many clouds, including Azure, support Docker.</a:t>
            </a:r>
            <a:endParaRPr lang="en-IN" sz="2400" dirty="0"/>
          </a:p>
        </p:txBody>
      </p:sp>
      <p:pic>
        <p:nvPicPr>
          <p:cNvPr id="6148" name="Picture 4" descr="What is a Docker Container: An Introductory Guide for Beginners">
            <a:extLst>
              <a:ext uri="{FF2B5EF4-FFF2-40B4-BE49-F238E27FC236}">
                <a16:creationId xmlns:a16="http://schemas.microsoft.com/office/drawing/2014/main" id="{747F5679-046F-E4BF-74CF-93DF926CFA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8724" y="3781292"/>
            <a:ext cx="7954551" cy="2747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4252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6E9EF-A046-190A-88FE-FB0B88C3AA65}"/>
              </a:ext>
            </a:extLst>
          </p:cNvPr>
          <p:cNvSpPr>
            <a:spLocks noGrp="1"/>
          </p:cNvSpPr>
          <p:nvPr>
            <p:ph type="title"/>
          </p:nvPr>
        </p:nvSpPr>
        <p:spPr>
          <a:xfrm>
            <a:off x="838200" y="0"/>
            <a:ext cx="11466816" cy="1325563"/>
          </a:xfrm>
        </p:spPr>
        <p:txBody>
          <a:bodyPr/>
          <a:lstStyle/>
          <a:p>
            <a:r>
              <a:rPr lang="en-US" dirty="0"/>
              <a:t>I heard something about Docker Images too…...</a:t>
            </a:r>
            <a:endParaRPr lang="en-IN" dirty="0"/>
          </a:p>
        </p:txBody>
      </p:sp>
      <p:pic>
        <p:nvPicPr>
          <p:cNvPr id="7170" name="Picture 2" descr="Docker containers, images, and registries - .NET | Microsoft Learn">
            <a:extLst>
              <a:ext uri="{FF2B5EF4-FFF2-40B4-BE49-F238E27FC236}">
                <a16:creationId xmlns:a16="http://schemas.microsoft.com/office/drawing/2014/main" id="{3E51AA2C-0A53-EB9F-EFDF-FC740A7A0BE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31336" y="2778548"/>
            <a:ext cx="7129328" cy="407945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C786833-2D53-8F76-7BEC-6B587F9F44CE}"/>
              </a:ext>
            </a:extLst>
          </p:cNvPr>
          <p:cNvSpPr txBox="1"/>
          <p:nvPr/>
        </p:nvSpPr>
        <p:spPr>
          <a:xfrm>
            <a:off x="128427" y="1325563"/>
            <a:ext cx="6154220" cy="92333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t>A container image is a portable package that contains software. It's this image that, when run, becomes our container. The container is an image's in-memory instance.</a:t>
            </a:r>
            <a:endParaRPr lang="en-IN" dirty="0"/>
          </a:p>
        </p:txBody>
      </p:sp>
      <p:sp>
        <p:nvSpPr>
          <p:cNvPr id="11" name="TextBox 10">
            <a:extLst>
              <a:ext uri="{FF2B5EF4-FFF2-40B4-BE49-F238E27FC236}">
                <a16:creationId xmlns:a16="http://schemas.microsoft.com/office/drawing/2014/main" id="{1079574A-F59A-F522-2E5C-1420F3554141}"/>
              </a:ext>
            </a:extLst>
          </p:cNvPr>
          <p:cNvSpPr txBox="1"/>
          <p:nvPr/>
        </p:nvSpPr>
        <p:spPr>
          <a:xfrm>
            <a:off x="6430766" y="1149522"/>
            <a:ext cx="5726130"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A container image is immutable. Once you've built an image, you can't change it. The only way to change an image is to create a new image. This feature is our guarantee that the image we use in production is the same image used in development and QA.</a:t>
            </a:r>
            <a:endParaRPr lang="en-IN" dirty="0"/>
          </a:p>
        </p:txBody>
      </p:sp>
    </p:spTree>
    <p:extLst>
      <p:ext uri="{BB962C8B-B14F-4D97-AF65-F5344CB8AC3E}">
        <p14:creationId xmlns:p14="http://schemas.microsoft.com/office/powerpoint/2010/main" val="3707817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E70DB-A4B8-6AE1-E357-B5791BBFD368}"/>
              </a:ext>
            </a:extLst>
          </p:cNvPr>
          <p:cNvSpPr>
            <a:spLocks noGrp="1"/>
          </p:cNvSpPr>
          <p:nvPr>
            <p:ph type="title"/>
          </p:nvPr>
        </p:nvSpPr>
        <p:spPr>
          <a:xfrm>
            <a:off x="1341634" y="18255"/>
            <a:ext cx="10515600" cy="1325563"/>
          </a:xfrm>
        </p:spPr>
        <p:txBody>
          <a:bodyPr/>
          <a:lstStyle/>
          <a:p>
            <a:r>
              <a:rPr lang="en-US" dirty="0"/>
              <a:t>Just a Quick Recap…..That was a Lot!!!!</a:t>
            </a:r>
            <a:endParaRPr lang="en-IN" dirty="0"/>
          </a:p>
        </p:txBody>
      </p:sp>
      <p:pic>
        <p:nvPicPr>
          <p:cNvPr id="8194" name="Picture 2" descr="Differences between a Dockerfile, Docker Image and Docker Container">
            <a:extLst>
              <a:ext uri="{FF2B5EF4-FFF2-40B4-BE49-F238E27FC236}">
                <a16:creationId xmlns:a16="http://schemas.microsoft.com/office/drawing/2014/main" id="{CE7ED693-29FF-C0A5-C1E6-4644468293C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82200" y="1428108"/>
            <a:ext cx="9427599" cy="4666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5982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28D1C37-3FFD-FACF-5E4A-E2A219A984D8}"/>
              </a:ext>
            </a:extLst>
          </p:cNvPr>
          <p:cNvPicPr>
            <a:picLocks noGrp="1" noChangeAspect="1"/>
          </p:cNvPicPr>
          <p:nvPr>
            <p:ph idx="1"/>
          </p:nvPr>
        </p:nvPicPr>
        <p:blipFill>
          <a:blip r:embed="rId2"/>
          <a:stretch>
            <a:fillRect/>
          </a:stretch>
        </p:blipFill>
        <p:spPr>
          <a:xfrm>
            <a:off x="107527" y="77056"/>
            <a:ext cx="12084473" cy="6780944"/>
          </a:xfrm>
        </p:spPr>
      </p:pic>
    </p:spTree>
    <p:extLst>
      <p:ext uri="{BB962C8B-B14F-4D97-AF65-F5344CB8AC3E}">
        <p14:creationId xmlns:p14="http://schemas.microsoft.com/office/powerpoint/2010/main" val="437540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AB1C7-AA63-827F-280F-6AECC4F719BB}"/>
              </a:ext>
            </a:extLst>
          </p:cNvPr>
          <p:cNvSpPr>
            <a:spLocks noGrp="1"/>
          </p:cNvSpPr>
          <p:nvPr>
            <p:ph type="title"/>
          </p:nvPr>
        </p:nvSpPr>
        <p:spPr>
          <a:xfrm>
            <a:off x="971764" y="-128034"/>
            <a:ext cx="10515600" cy="1325563"/>
          </a:xfrm>
        </p:spPr>
        <p:txBody>
          <a:bodyPr/>
          <a:lstStyle/>
          <a:p>
            <a:pPr algn="ctr"/>
            <a:r>
              <a:rPr lang="en-US" dirty="0"/>
              <a:t>Docker Containers v/s VM….who wins?</a:t>
            </a:r>
            <a:endParaRPr lang="en-IN" dirty="0"/>
          </a:p>
        </p:txBody>
      </p:sp>
      <p:pic>
        <p:nvPicPr>
          <p:cNvPr id="9218" name="Picture 2" descr="Virtual Machines vs Docker Containers - Dive Into Docker">
            <a:extLst>
              <a:ext uri="{FF2B5EF4-FFF2-40B4-BE49-F238E27FC236}">
                <a16:creationId xmlns:a16="http://schemas.microsoft.com/office/drawing/2014/main" id="{DC34734B-84C7-C26D-A7C7-42DB319C906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1393" y="1579045"/>
            <a:ext cx="7735712" cy="43513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8EE0343-4D08-79E0-5FFD-1E82A66A0797}"/>
              </a:ext>
            </a:extLst>
          </p:cNvPr>
          <p:cNvSpPr txBox="1"/>
          <p:nvPr/>
        </p:nvSpPr>
        <p:spPr>
          <a:xfrm>
            <a:off x="5766863" y="1505753"/>
            <a:ext cx="6097712"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buNone/>
            </a:pPr>
            <a:r>
              <a:rPr lang="en-US" b="1" dirty="0"/>
              <a:t>🔹 1. Architecture Overhead</a:t>
            </a:r>
          </a:p>
          <a:p>
            <a:pPr>
              <a:buFont typeface="Arial" panose="020B0604020202020204" pitchFamily="34" charset="0"/>
              <a:buChar char="•"/>
            </a:pPr>
            <a:r>
              <a:rPr lang="en-US" b="1" dirty="0"/>
              <a:t>Virtual Machines</a:t>
            </a:r>
            <a:r>
              <a:rPr lang="en-US" dirty="0"/>
              <a:t> include a full </a:t>
            </a:r>
            <a:r>
              <a:rPr lang="en-US" b="1" dirty="0"/>
              <a:t>Guest OS</a:t>
            </a:r>
            <a:r>
              <a:rPr lang="en-US" dirty="0"/>
              <a:t> per app, which increases </a:t>
            </a:r>
            <a:r>
              <a:rPr lang="en-US" b="1" dirty="0"/>
              <a:t>resource overhead</a:t>
            </a:r>
            <a:r>
              <a:rPr lang="en-US" dirty="0"/>
              <a:t>.</a:t>
            </a:r>
          </a:p>
          <a:p>
            <a:pPr>
              <a:buFont typeface="Arial" panose="020B0604020202020204" pitchFamily="34" charset="0"/>
              <a:buChar char="•"/>
            </a:pPr>
            <a:r>
              <a:rPr lang="en-US" b="1" dirty="0"/>
              <a:t>Docker Containers</a:t>
            </a:r>
            <a:r>
              <a:rPr lang="en-US" dirty="0"/>
              <a:t> share the </a:t>
            </a:r>
            <a:r>
              <a:rPr lang="en-US" b="1" dirty="0"/>
              <a:t>host OS kernel</a:t>
            </a:r>
            <a:r>
              <a:rPr lang="en-US" dirty="0"/>
              <a:t>, avoiding the need for separate OS instances.</a:t>
            </a:r>
          </a:p>
        </p:txBody>
      </p:sp>
    </p:spTree>
    <p:extLst>
      <p:ext uri="{BB962C8B-B14F-4D97-AF65-F5344CB8AC3E}">
        <p14:creationId xmlns:p14="http://schemas.microsoft.com/office/powerpoint/2010/main" val="3005308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AFB0C-EC19-02C9-1F15-B62DEB16DC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E12C3-F7C3-5EE3-591A-C55C0066C229}"/>
              </a:ext>
            </a:extLst>
          </p:cNvPr>
          <p:cNvSpPr>
            <a:spLocks noGrp="1"/>
          </p:cNvSpPr>
          <p:nvPr>
            <p:ph type="title"/>
          </p:nvPr>
        </p:nvSpPr>
        <p:spPr>
          <a:xfrm>
            <a:off x="971764" y="-128034"/>
            <a:ext cx="10515600" cy="1325563"/>
          </a:xfrm>
        </p:spPr>
        <p:txBody>
          <a:bodyPr/>
          <a:lstStyle/>
          <a:p>
            <a:pPr algn="ctr"/>
            <a:r>
              <a:rPr lang="en-US" dirty="0"/>
              <a:t>Docker Containers v/s VM….who wins?</a:t>
            </a:r>
            <a:endParaRPr lang="en-IN" dirty="0"/>
          </a:p>
        </p:txBody>
      </p:sp>
      <p:pic>
        <p:nvPicPr>
          <p:cNvPr id="9218" name="Picture 2" descr="Virtual Machines vs Docker Containers - Dive Into Docker">
            <a:extLst>
              <a:ext uri="{FF2B5EF4-FFF2-40B4-BE49-F238E27FC236}">
                <a16:creationId xmlns:a16="http://schemas.microsoft.com/office/drawing/2014/main" id="{F5AD6840-FC2C-FB0D-524B-3E3AF824F8F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1393" y="1579045"/>
            <a:ext cx="7735712" cy="435133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3856B29-153A-4208-FCC7-BB4863013A40}"/>
              </a:ext>
            </a:extLst>
          </p:cNvPr>
          <p:cNvSpPr txBox="1"/>
          <p:nvPr/>
        </p:nvSpPr>
        <p:spPr>
          <a:xfrm>
            <a:off x="5833153" y="1382749"/>
            <a:ext cx="6097712" cy="120032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buNone/>
            </a:pPr>
            <a:r>
              <a:rPr lang="en-US" b="1" dirty="0"/>
              <a:t>🔹 2. Boot Time and Efficiency</a:t>
            </a:r>
          </a:p>
          <a:p>
            <a:pPr>
              <a:buFont typeface="Arial" panose="020B0604020202020204" pitchFamily="34" charset="0"/>
              <a:buChar char="•"/>
            </a:pPr>
            <a:r>
              <a:rPr lang="en-US" b="1" dirty="0"/>
              <a:t>VMs</a:t>
            </a:r>
            <a:r>
              <a:rPr lang="en-US" dirty="0"/>
              <a:t> take longer to boot because each VM boots an OS.</a:t>
            </a:r>
          </a:p>
          <a:p>
            <a:pPr>
              <a:buFont typeface="Arial" panose="020B0604020202020204" pitchFamily="34" charset="0"/>
              <a:buChar char="•"/>
            </a:pPr>
            <a:r>
              <a:rPr lang="en-US" b="1" dirty="0"/>
              <a:t>Containers</a:t>
            </a:r>
            <a:r>
              <a:rPr lang="en-US" dirty="0"/>
              <a:t> are </a:t>
            </a:r>
            <a:r>
              <a:rPr lang="en-US" b="1" dirty="0"/>
              <a:t>lightweight and fast</a:t>
            </a:r>
            <a:r>
              <a:rPr lang="en-US" dirty="0"/>
              <a:t> to start since they don't need to boot a separate OS.</a:t>
            </a:r>
          </a:p>
        </p:txBody>
      </p:sp>
    </p:spTree>
    <p:extLst>
      <p:ext uri="{BB962C8B-B14F-4D97-AF65-F5344CB8AC3E}">
        <p14:creationId xmlns:p14="http://schemas.microsoft.com/office/powerpoint/2010/main" val="2235831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6BE4A-82C2-F83B-D5A1-61D7C6B269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F1BA7C-52F0-A385-9DAC-560CBC6A357E}"/>
              </a:ext>
            </a:extLst>
          </p:cNvPr>
          <p:cNvSpPr>
            <a:spLocks noGrp="1"/>
          </p:cNvSpPr>
          <p:nvPr>
            <p:ph type="title"/>
          </p:nvPr>
        </p:nvSpPr>
        <p:spPr>
          <a:xfrm>
            <a:off x="971764" y="-128034"/>
            <a:ext cx="10515600" cy="1325563"/>
          </a:xfrm>
        </p:spPr>
        <p:txBody>
          <a:bodyPr/>
          <a:lstStyle/>
          <a:p>
            <a:pPr algn="ctr"/>
            <a:r>
              <a:rPr lang="en-US" dirty="0"/>
              <a:t>Docker Containers v/s VM….who wins?</a:t>
            </a:r>
            <a:endParaRPr lang="en-IN" dirty="0"/>
          </a:p>
        </p:txBody>
      </p:sp>
      <p:pic>
        <p:nvPicPr>
          <p:cNvPr id="9218" name="Picture 2" descr="Virtual Machines vs Docker Containers - Dive Into Docker">
            <a:extLst>
              <a:ext uri="{FF2B5EF4-FFF2-40B4-BE49-F238E27FC236}">
                <a16:creationId xmlns:a16="http://schemas.microsoft.com/office/drawing/2014/main" id="{AEC743FC-28FF-868D-4FC7-12717171BD9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1393" y="1579045"/>
            <a:ext cx="7735712" cy="43513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8408F13-9B87-EAA7-0EEA-1ACAD62504E9}"/>
              </a:ext>
            </a:extLst>
          </p:cNvPr>
          <p:cNvSpPr txBox="1"/>
          <p:nvPr/>
        </p:nvSpPr>
        <p:spPr>
          <a:xfrm>
            <a:off x="5992895" y="1346991"/>
            <a:ext cx="6097712"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buNone/>
            </a:pPr>
            <a:r>
              <a:rPr lang="en-US" b="1" dirty="0"/>
              <a:t>🔹 3. Resource Utilization</a:t>
            </a:r>
          </a:p>
          <a:p>
            <a:pPr>
              <a:buFont typeface="Arial" panose="020B0604020202020204" pitchFamily="34" charset="0"/>
              <a:buChar char="•"/>
            </a:pPr>
            <a:r>
              <a:rPr lang="en-US" b="1" dirty="0"/>
              <a:t>VMs</a:t>
            </a:r>
            <a:r>
              <a:rPr lang="en-US" dirty="0"/>
              <a:t> are </a:t>
            </a:r>
            <a:r>
              <a:rPr lang="en-US" b="1" dirty="0"/>
              <a:t>heavier</a:t>
            </a:r>
            <a:r>
              <a:rPr lang="en-US" dirty="0"/>
              <a:t> due to multiple OS instances and require more memory and CPU.</a:t>
            </a:r>
          </a:p>
          <a:p>
            <a:pPr>
              <a:buFont typeface="Arial" panose="020B0604020202020204" pitchFamily="34" charset="0"/>
              <a:buChar char="•"/>
            </a:pPr>
            <a:r>
              <a:rPr lang="en-US" b="1" dirty="0"/>
              <a:t>Containers</a:t>
            </a:r>
            <a:r>
              <a:rPr lang="en-US" dirty="0"/>
              <a:t> are </a:t>
            </a:r>
            <a:r>
              <a:rPr lang="en-US" b="1" dirty="0"/>
              <a:t>more efficient</a:t>
            </a:r>
            <a:r>
              <a:rPr lang="en-US" dirty="0"/>
              <a:t>, using fewer system resources, leading to </a:t>
            </a:r>
            <a:r>
              <a:rPr lang="en-US" b="1" dirty="0"/>
              <a:t>higher density deployments</a:t>
            </a:r>
            <a:r>
              <a:rPr lang="en-US" dirty="0"/>
              <a:t>.</a:t>
            </a:r>
          </a:p>
        </p:txBody>
      </p:sp>
    </p:spTree>
    <p:extLst>
      <p:ext uri="{BB962C8B-B14F-4D97-AF65-F5344CB8AC3E}">
        <p14:creationId xmlns:p14="http://schemas.microsoft.com/office/powerpoint/2010/main" val="2762625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57521-1412-F9E3-55E1-79E6B4CE3D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35F390-6215-41F4-6DB9-3855FCCD5886}"/>
              </a:ext>
            </a:extLst>
          </p:cNvPr>
          <p:cNvSpPr>
            <a:spLocks noGrp="1"/>
          </p:cNvSpPr>
          <p:nvPr>
            <p:ph type="title"/>
          </p:nvPr>
        </p:nvSpPr>
        <p:spPr>
          <a:xfrm>
            <a:off x="971764" y="-128034"/>
            <a:ext cx="10515600" cy="1325563"/>
          </a:xfrm>
        </p:spPr>
        <p:txBody>
          <a:bodyPr/>
          <a:lstStyle/>
          <a:p>
            <a:pPr algn="ctr"/>
            <a:r>
              <a:rPr lang="en-US" dirty="0"/>
              <a:t>Docker Containers v/s VM….who wins?</a:t>
            </a:r>
            <a:endParaRPr lang="en-IN" dirty="0"/>
          </a:p>
        </p:txBody>
      </p:sp>
      <p:pic>
        <p:nvPicPr>
          <p:cNvPr id="9218" name="Picture 2" descr="Virtual Machines vs Docker Containers - Dive Into Docker">
            <a:extLst>
              <a:ext uri="{FF2B5EF4-FFF2-40B4-BE49-F238E27FC236}">
                <a16:creationId xmlns:a16="http://schemas.microsoft.com/office/drawing/2014/main" id="{1646EEF2-F6D5-4A6A-23A8-193F25D9D66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1393" y="1579045"/>
            <a:ext cx="7735712" cy="435133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29C9CF6-F3F8-01FE-D89E-71A740CD2980}"/>
              </a:ext>
            </a:extLst>
          </p:cNvPr>
          <p:cNvSpPr txBox="1"/>
          <p:nvPr/>
        </p:nvSpPr>
        <p:spPr>
          <a:xfrm>
            <a:off x="5992895" y="1444393"/>
            <a:ext cx="6097712" cy="120032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buNone/>
            </a:pPr>
            <a:r>
              <a:rPr lang="en-US" b="1" dirty="0"/>
              <a:t>🔹 5. Portability</a:t>
            </a:r>
          </a:p>
          <a:p>
            <a:pPr>
              <a:buFont typeface="Arial" panose="020B0604020202020204" pitchFamily="34" charset="0"/>
              <a:buChar char="•"/>
            </a:pPr>
            <a:r>
              <a:rPr lang="en-US" b="1" dirty="0"/>
              <a:t>Containers</a:t>
            </a:r>
            <a:r>
              <a:rPr lang="en-US" dirty="0"/>
              <a:t> are more portable due to their lightweight, consistent runtime environment.</a:t>
            </a:r>
          </a:p>
          <a:p>
            <a:pPr>
              <a:buFont typeface="Arial" panose="020B0604020202020204" pitchFamily="34" charset="0"/>
              <a:buChar char="•"/>
            </a:pPr>
            <a:r>
              <a:rPr lang="en-US" b="1" dirty="0"/>
              <a:t>VMs</a:t>
            </a:r>
            <a:r>
              <a:rPr lang="en-US" dirty="0"/>
              <a:t> are less portable and more environment-dependent.</a:t>
            </a:r>
          </a:p>
        </p:txBody>
      </p:sp>
    </p:spTree>
    <p:extLst>
      <p:ext uri="{BB962C8B-B14F-4D97-AF65-F5344CB8AC3E}">
        <p14:creationId xmlns:p14="http://schemas.microsoft.com/office/powerpoint/2010/main" val="340017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52BD4-940B-F1FD-0C4B-5BAE1D581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9D49F8-006D-0A8E-ADE8-E01525128D10}"/>
              </a:ext>
            </a:extLst>
          </p:cNvPr>
          <p:cNvSpPr>
            <a:spLocks noGrp="1"/>
          </p:cNvSpPr>
          <p:nvPr>
            <p:ph type="title"/>
          </p:nvPr>
        </p:nvSpPr>
        <p:spPr>
          <a:xfrm>
            <a:off x="971764" y="-128034"/>
            <a:ext cx="10515600" cy="1325563"/>
          </a:xfrm>
        </p:spPr>
        <p:txBody>
          <a:bodyPr/>
          <a:lstStyle/>
          <a:p>
            <a:pPr algn="ctr"/>
            <a:r>
              <a:rPr lang="en-US" dirty="0"/>
              <a:t>Docker Containers v/s VM….who wins?</a:t>
            </a:r>
            <a:endParaRPr lang="en-IN" dirty="0"/>
          </a:p>
        </p:txBody>
      </p:sp>
      <p:pic>
        <p:nvPicPr>
          <p:cNvPr id="9218" name="Picture 2" descr="Virtual Machines vs Docker Containers - Dive Into Docker">
            <a:extLst>
              <a:ext uri="{FF2B5EF4-FFF2-40B4-BE49-F238E27FC236}">
                <a16:creationId xmlns:a16="http://schemas.microsoft.com/office/drawing/2014/main" id="{BE493723-0EF9-6276-63E4-50835C91CBE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1393" y="1579045"/>
            <a:ext cx="7735712" cy="43513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56A46C7-60A6-17B0-0D0B-69C670E5462E}"/>
              </a:ext>
            </a:extLst>
          </p:cNvPr>
          <p:cNvSpPr txBox="1"/>
          <p:nvPr/>
        </p:nvSpPr>
        <p:spPr>
          <a:xfrm>
            <a:off x="4833135" y="1094787"/>
            <a:ext cx="7358865" cy="175432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buNone/>
            </a:pPr>
            <a:r>
              <a:rPr lang="en-US" b="1" dirty="0"/>
              <a:t>🔹 7. DevOps and CI/CD</a:t>
            </a:r>
          </a:p>
          <a:p>
            <a:pPr>
              <a:buFont typeface="Arial" panose="020B0604020202020204" pitchFamily="34" charset="0"/>
              <a:buChar char="•"/>
            </a:pPr>
            <a:r>
              <a:rPr lang="en-US" b="1" dirty="0"/>
              <a:t>Containers</a:t>
            </a:r>
            <a:r>
              <a:rPr lang="en-US" dirty="0"/>
              <a:t> are more aligned with </a:t>
            </a:r>
            <a:r>
              <a:rPr lang="en-US" b="1" dirty="0"/>
              <a:t>DevOps practices</a:t>
            </a:r>
            <a:r>
              <a:rPr lang="en-US" dirty="0"/>
              <a:t> and </a:t>
            </a:r>
            <a:r>
              <a:rPr lang="en-US" b="1" dirty="0"/>
              <a:t>microservices architecture</a:t>
            </a:r>
            <a:r>
              <a:rPr lang="en-US" dirty="0"/>
              <a:t>, allowing faster development, testing, and deployment.</a:t>
            </a:r>
          </a:p>
          <a:p>
            <a:pPr>
              <a:buFont typeface="Arial" panose="020B0604020202020204" pitchFamily="34" charset="0"/>
              <a:buChar char="•"/>
            </a:pPr>
            <a:r>
              <a:rPr lang="en-US" b="1" dirty="0"/>
              <a:t>VMs</a:t>
            </a:r>
            <a:r>
              <a:rPr lang="en-US" dirty="0"/>
              <a:t> are better suited for </a:t>
            </a:r>
            <a:r>
              <a:rPr lang="en-US" b="1" dirty="0"/>
              <a:t>monolithic apps</a:t>
            </a:r>
            <a:r>
              <a:rPr lang="en-US" dirty="0"/>
              <a:t> or legacy systems requiring full OS environments.</a:t>
            </a:r>
          </a:p>
        </p:txBody>
      </p:sp>
    </p:spTree>
    <p:extLst>
      <p:ext uri="{BB962C8B-B14F-4D97-AF65-F5344CB8AC3E}">
        <p14:creationId xmlns:p14="http://schemas.microsoft.com/office/powerpoint/2010/main" val="3501033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CEBD6-7707-3C63-8A9B-0CB56A6F55F9}"/>
              </a:ext>
            </a:extLst>
          </p:cNvPr>
          <p:cNvSpPr>
            <a:spLocks noGrp="1"/>
          </p:cNvSpPr>
          <p:nvPr>
            <p:ph type="title"/>
          </p:nvPr>
        </p:nvSpPr>
        <p:spPr>
          <a:xfrm>
            <a:off x="940942" y="18255"/>
            <a:ext cx="10515600" cy="1325563"/>
          </a:xfrm>
        </p:spPr>
        <p:txBody>
          <a:bodyPr/>
          <a:lstStyle/>
          <a:p>
            <a:r>
              <a:rPr lang="en-US" dirty="0"/>
              <a:t>The Winner is……..</a:t>
            </a:r>
            <a:endParaRPr lang="en-IN" dirty="0"/>
          </a:p>
        </p:txBody>
      </p:sp>
      <p:sp>
        <p:nvSpPr>
          <p:cNvPr id="7" name="TextBox 6">
            <a:extLst>
              <a:ext uri="{FF2B5EF4-FFF2-40B4-BE49-F238E27FC236}">
                <a16:creationId xmlns:a16="http://schemas.microsoft.com/office/drawing/2014/main" id="{602A25CE-0079-7D8E-F784-481CEB855C86}"/>
              </a:ext>
            </a:extLst>
          </p:cNvPr>
          <p:cNvSpPr txBox="1"/>
          <p:nvPr/>
        </p:nvSpPr>
        <p:spPr>
          <a:xfrm>
            <a:off x="257164" y="2126751"/>
            <a:ext cx="5180702" cy="584775"/>
          </a:xfrm>
          <a:prstGeom prst="rect">
            <a:avLst/>
          </a:prstGeom>
          <a:noFill/>
        </p:spPr>
        <p:txBody>
          <a:bodyPr wrap="square" rtlCol="0">
            <a:spAutoFit/>
          </a:bodyPr>
          <a:lstStyle/>
          <a:p>
            <a:r>
              <a:rPr lang="en-US" sz="3200" dirty="0"/>
              <a:t>Docker…..Docker….Docker!</a:t>
            </a:r>
            <a:endParaRPr lang="en-IN" sz="3200" dirty="0"/>
          </a:p>
        </p:txBody>
      </p:sp>
      <p:pic>
        <p:nvPicPr>
          <p:cNvPr id="10248" name="Picture 8" descr="YARN | Developers. | Steve Ballmer at .NET presentation: Developers | Video  gifs by quotes | e8464fa0 | 紗">
            <a:extLst>
              <a:ext uri="{FF2B5EF4-FFF2-40B4-BE49-F238E27FC236}">
                <a16:creationId xmlns:a16="http://schemas.microsoft.com/office/drawing/2014/main" id="{0AAAE884-CF20-28B0-E337-4122AD0E1A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7866" y="1621220"/>
            <a:ext cx="6305496" cy="4723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79171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523</Words>
  <Application>Microsoft Office PowerPoint</Application>
  <PresentationFormat>Widescreen</PresentationFormat>
  <Paragraphs>36</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Evolution of Software</vt:lpstr>
      <vt:lpstr>PowerPoint Presentation</vt:lpstr>
      <vt:lpstr>Software Architecture has Also Evolved!</vt:lpstr>
      <vt:lpstr>It Works on My Machine – a Software Classic!</vt:lpstr>
      <vt:lpstr>So…………..What is the Problem?</vt:lpstr>
      <vt:lpstr>What is Docker….or wait, what is Software Containerisation?</vt:lpstr>
      <vt:lpstr>Aha….now what about Docker?</vt:lpstr>
      <vt:lpstr>I heard something about Docker Images too…...</vt:lpstr>
      <vt:lpstr>Just a Quick Recap…..That was a Lot!!!!</vt:lpstr>
      <vt:lpstr>PowerPoint Presentation</vt:lpstr>
      <vt:lpstr>Docker Containers v/s VM….who wins?</vt:lpstr>
      <vt:lpstr>Docker Containers v/s VM….who wins?</vt:lpstr>
      <vt:lpstr>Docker Containers v/s VM….who wins?</vt:lpstr>
      <vt:lpstr>Docker Containers v/s VM….who wins?</vt:lpstr>
      <vt:lpstr>Docker Containers v/s VM….who wins?</vt:lpstr>
      <vt:lpstr>The Winner 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kuljot bakshi</dc:creator>
  <cp:lastModifiedBy>kuljot bakshi</cp:lastModifiedBy>
  <cp:revision>1</cp:revision>
  <dcterms:created xsi:type="dcterms:W3CDTF">2025-07-07T06:15:31Z</dcterms:created>
  <dcterms:modified xsi:type="dcterms:W3CDTF">2025-07-07T07:28:26Z</dcterms:modified>
</cp:coreProperties>
</file>